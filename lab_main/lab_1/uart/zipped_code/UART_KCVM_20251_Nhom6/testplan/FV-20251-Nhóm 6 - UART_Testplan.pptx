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9" r:id="rId2"/>
    <p:sldId id="257" r:id="rId3"/>
    <p:sldId id="325" r:id="rId4"/>
    <p:sldId id="328" r:id="rId5"/>
    <p:sldId id="326" r:id="rId6"/>
    <p:sldId id="33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5D144C-613E-49A1-ACBE-3E247EB82008}">
          <p14:sldIdLst>
            <p14:sldId id="259"/>
            <p14:sldId id="257"/>
            <p14:sldId id="325"/>
            <p14:sldId id="328"/>
            <p14:sldId id="326"/>
            <p14:sldId id="330"/>
          </p14:sldIdLst>
        </p14:section>
        <p14:section name="Untitled Section" id="{34636716-5C0D-4D0E-967E-7FDB7134CA4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44C7D-4AAC-46FF-981F-D7D50D3996B2}" v="1" dt="2025-12-13T12:57:53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 Van Luat 20223795" userId="7d2e7ad9-34c1-4364-b33b-b61d0ad62edb" providerId="ADAL" clId="{07C4AE6B-BCAE-4DA0-9812-547051AA2D57}"/>
    <pc:docChg chg="undo custSel addSld delSld modSld sldOrd addSection modSection">
      <pc:chgData name="Vu Van Luat 20223795" userId="7d2e7ad9-34c1-4364-b33b-b61d0ad62edb" providerId="ADAL" clId="{07C4AE6B-BCAE-4DA0-9812-547051AA2D57}" dt="2025-11-29T06:50:14.826" v="1939" actId="20577"/>
      <pc:docMkLst>
        <pc:docMk/>
      </pc:docMkLst>
      <pc:sldChg chg="addSp delSp modSp mod">
        <pc:chgData name="Vu Van Luat 20223795" userId="7d2e7ad9-34c1-4364-b33b-b61d0ad62edb" providerId="ADAL" clId="{07C4AE6B-BCAE-4DA0-9812-547051AA2D57}" dt="2025-11-22T07:38:46.423" v="713" actId="20577"/>
        <pc:sldMkLst>
          <pc:docMk/>
          <pc:sldMk cId="3914843468" sldId="286"/>
        </pc:sldMkLst>
        <pc:spChg chg="mod">
          <ac:chgData name="Vu Van Luat 20223795" userId="7d2e7ad9-34c1-4364-b33b-b61d0ad62edb" providerId="ADAL" clId="{07C4AE6B-BCAE-4DA0-9812-547051AA2D57}" dt="2025-11-22T07:38:46.423" v="713" actId="20577"/>
          <ac:spMkLst>
            <pc:docMk/>
            <pc:sldMk cId="3914843468" sldId="286"/>
            <ac:spMk id="2" creationId="{44039188-7AE6-19A5-E91F-BA204BFEE5F8}"/>
          </ac:spMkLst>
        </pc:spChg>
      </pc:sldChg>
      <pc:sldChg chg="addSp delSp modSp mod">
        <pc:chgData name="Vu Van Luat 20223795" userId="7d2e7ad9-34c1-4364-b33b-b61d0ad62edb" providerId="ADAL" clId="{07C4AE6B-BCAE-4DA0-9812-547051AA2D57}" dt="2025-11-22T09:09:11.328" v="1067" actId="1076"/>
        <pc:sldMkLst>
          <pc:docMk/>
          <pc:sldMk cId="4089715039" sldId="288"/>
        </pc:sldMkLst>
        <pc:graphicFrameChg chg="mod modGraphic">
          <ac:chgData name="Vu Van Luat 20223795" userId="7d2e7ad9-34c1-4364-b33b-b61d0ad62edb" providerId="ADAL" clId="{07C4AE6B-BCAE-4DA0-9812-547051AA2D57}" dt="2025-11-22T09:09:11.328" v="1067" actId="1076"/>
          <ac:graphicFrameMkLst>
            <pc:docMk/>
            <pc:sldMk cId="4089715039" sldId="288"/>
            <ac:graphicFrameMk id="7" creationId="{80336477-2161-3B0B-A13E-2873E6746FF6}"/>
          </ac:graphicFrameMkLst>
        </pc:graphicFrameChg>
      </pc:sldChg>
      <pc:sldChg chg="addSp delSp modSp new mod">
        <pc:chgData name="Vu Van Luat 20223795" userId="7d2e7ad9-34c1-4364-b33b-b61d0ad62edb" providerId="ADAL" clId="{07C4AE6B-BCAE-4DA0-9812-547051AA2D57}" dt="2025-11-22T09:07:36.554" v="937" actId="20577"/>
        <pc:sldMkLst>
          <pc:docMk/>
          <pc:sldMk cId="3943340080" sldId="294"/>
        </pc:sldMkLst>
        <pc:spChg chg="mod">
          <ac:chgData name="Vu Van Luat 20223795" userId="7d2e7ad9-34c1-4364-b33b-b61d0ad62edb" providerId="ADAL" clId="{07C4AE6B-BCAE-4DA0-9812-547051AA2D57}" dt="2025-11-22T07:38:20.351" v="701" actId="20577"/>
          <ac:spMkLst>
            <pc:docMk/>
            <pc:sldMk cId="3943340080" sldId="294"/>
            <ac:spMk id="3" creationId="{CC53F0CA-9860-EFC3-F80E-64EB5F930E20}"/>
          </ac:spMkLst>
        </pc:spChg>
        <pc:graphicFrameChg chg="add mod modGraphic">
          <ac:chgData name="Vu Van Luat 20223795" userId="7d2e7ad9-34c1-4364-b33b-b61d0ad62edb" providerId="ADAL" clId="{07C4AE6B-BCAE-4DA0-9812-547051AA2D57}" dt="2025-11-22T09:07:36.554" v="937" actId="20577"/>
          <ac:graphicFrameMkLst>
            <pc:docMk/>
            <pc:sldMk cId="3943340080" sldId="294"/>
            <ac:graphicFrameMk id="7" creationId="{E24EFA7D-6E12-6D71-774B-021AD8EF2BFB}"/>
          </ac:graphicFrameMkLst>
        </pc:graphicFrameChg>
      </pc:sldChg>
      <pc:sldChg chg="modSp mod">
        <pc:chgData name="Vu Van Luat 20223795" userId="7d2e7ad9-34c1-4364-b33b-b61d0ad62edb" providerId="ADAL" clId="{07C4AE6B-BCAE-4DA0-9812-547051AA2D57}" dt="2025-11-29T06:47:38.262" v="1934" actId="20577"/>
        <pc:sldMkLst>
          <pc:docMk/>
          <pc:sldMk cId="734795553" sldId="307"/>
        </pc:sldMkLst>
        <pc:spChg chg="mod">
          <ac:chgData name="Vu Van Luat 20223795" userId="7d2e7ad9-34c1-4364-b33b-b61d0ad62edb" providerId="ADAL" clId="{07C4AE6B-BCAE-4DA0-9812-547051AA2D57}" dt="2025-11-29T06:47:38.262" v="1934" actId="20577"/>
          <ac:spMkLst>
            <pc:docMk/>
            <pc:sldMk cId="734795553" sldId="307"/>
            <ac:spMk id="6" creationId="{1F3091A0-25A9-9B28-5222-7C9DCE02C903}"/>
          </ac:spMkLst>
        </pc:spChg>
      </pc:sldChg>
      <pc:sldChg chg="modSp mod">
        <pc:chgData name="Vu Van Luat 20223795" userId="7d2e7ad9-34c1-4364-b33b-b61d0ad62edb" providerId="ADAL" clId="{07C4AE6B-BCAE-4DA0-9812-547051AA2D57}" dt="2025-11-29T06:34:46.159" v="1874" actId="20577"/>
        <pc:sldMkLst>
          <pc:docMk/>
          <pc:sldMk cId="2073876543" sldId="308"/>
        </pc:sldMkLst>
        <pc:graphicFrameChg chg="modGraphic">
          <ac:chgData name="Vu Van Luat 20223795" userId="7d2e7ad9-34c1-4364-b33b-b61d0ad62edb" providerId="ADAL" clId="{07C4AE6B-BCAE-4DA0-9812-547051AA2D57}" dt="2025-11-29T06:34:46.159" v="1874" actId="20577"/>
          <ac:graphicFrameMkLst>
            <pc:docMk/>
            <pc:sldMk cId="2073876543" sldId="308"/>
            <ac:graphicFrameMk id="7" creationId="{E2473FA6-3C2D-99B9-6A7E-2E72C65CCEAE}"/>
          </ac:graphicFrameMkLst>
        </pc:graphicFrameChg>
      </pc:sldChg>
      <pc:sldChg chg="addSp delSp modSp mod">
        <pc:chgData name="Vu Van Luat 20223795" userId="7d2e7ad9-34c1-4364-b33b-b61d0ad62edb" providerId="ADAL" clId="{07C4AE6B-BCAE-4DA0-9812-547051AA2D57}" dt="2025-11-29T06:41:07.929" v="1929" actId="207"/>
        <pc:sldMkLst>
          <pc:docMk/>
          <pc:sldMk cId="2841090690" sldId="309"/>
        </pc:sldMkLst>
        <pc:spChg chg="add mod">
          <ac:chgData name="Vu Van Luat 20223795" userId="7d2e7ad9-34c1-4364-b33b-b61d0ad62edb" providerId="ADAL" clId="{07C4AE6B-BCAE-4DA0-9812-547051AA2D57}" dt="2025-11-29T06:39:45.370" v="1877" actId="20577"/>
          <ac:spMkLst>
            <pc:docMk/>
            <pc:sldMk cId="2841090690" sldId="309"/>
            <ac:spMk id="3" creationId="{6016BC9D-93CC-2324-D1F6-113A29A719B6}"/>
          </ac:spMkLst>
        </pc:spChg>
        <pc:spChg chg="add mod">
          <ac:chgData name="Vu Van Luat 20223795" userId="7d2e7ad9-34c1-4364-b33b-b61d0ad62edb" providerId="ADAL" clId="{07C4AE6B-BCAE-4DA0-9812-547051AA2D57}" dt="2025-11-29T06:41:07.929" v="1929" actId="207"/>
          <ac:spMkLst>
            <pc:docMk/>
            <pc:sldMk cId="2841090690" sldId="309"/>
            <ac:spMk id="8" creationId="{8E832BE2-B680-87EA-2CE9-5DA636A3F20D}"/>
          </ac:spMkLst>
        </pc:spChg>
      </pc:sldChg>
      <pc:sldChg chg="modSp mod">
        <pc:chgData name="Vu Van Luat 20223795" userId="7d2e7ad9-34c1-4364-b33b-b61d0ad62edb" providerId="ADAL" clId="{07C4AE6B-BCAE-4DA0-9812-547051AA2D57}" dt="2025-11-29T06:50:14.826" v="1939" actId="20577"/>
        <pc:sldMkLst>
          <pc:docMk/>
          <pc:sldMk cId="3876805356" sldId="312"/>
        </pc:sldMkLst>
        <pc:graphicFrameChg chg="modGraphic">
          <ac:chgData name="Vu Van Luat 20223795" userId="7d2e7ad9-34c1-4364-b33b-b61d0ad62edb" providerId="ADAL" clId="{07C4AE6B-BCAE-4DA0-9812-547051AA2D57}" dt="2025-11-29T06:50:14.826" v="1939" actId="20577"/>
          <ac:graphicFrameMkLst>
            <pc:docMk/>
            <pc:sldMk cId="3876805356" sldId="312"/>
            <ac:graphicFrameMk id="7" creationId="{FA9BA622-BA5E-E2C8-37DF-A7F3E940C5EC}"/>
          </ac:graphicFrameMkLst>
        </pc:graphicFrameChg>
      </pc:sldChg>
    </pc:docChg>
  </pc:docChgLst>
  <pc:docChgLst>
    <pc:chgData name="Dang Quang Vu 20223830" userId="a01dffc6-0dee-4929-a785-6788ac89e653" providerId="ADAL" clId="{021A0A61-4356-4562-ACE8-B2F4A4287C5B}"/>
    <pc:docChg chg="undo redo custSel addSld delSld modSld sldOrd modSection">
      <pc:chgData name="Dang Quang Vu 20223830" userId="a01dffc6-0dee-4929-a785-6788ac89e653" providerId="ADAL" clId="{021A0A61-4356-4562-ACE8-B2F4A4287C5B}" dt="2025-12-13T12:58:00.565" v="15847" actId="1076"/>
      <pc:docMkLst>
        <pc:docMk/>
      </pc:docMkLst>
      <pc:sldChg chg="addSp delSp modSp add mod ord">
        <pc:chgData name="Dang Quang Vu 20223830" userId="a01dffc6-0dee-4929-a785-6788ac89e653" providerId="ADAL" clId="{021A0A61-4356-4562-ACE8-B2F4A4287C5B}" dt="2025-11-25T02:26:28.679" v="4069" actId="1076"/>
        <pc:sldMkLst>
          <pc:docMk/>
          <pc:sldMk cId="1885307955" sldId="278"/>
        </pc:sldMkLst>
        <pc:spChg chg="mod">
          <ac:chgData name="Dang Quang Vu 20223830" userId="a01dffc6-0dee-4929-a785-6788ac89e653" providerId="ADAL" clId="{021A0A61-4356-4562-ACE8-B2F4A4287C5B}" dt="2025-11-25T02:22:03.790" v="3730" actId="20577"/>
          <ac:spMkLst>
            <pc:docMk/>
            <pc:sldMk cId="1885307955" sldId="278"/>
            <ac:spMk id="2" creationId="{97AC4B47-3F55-1196-CD4E-32938A66BC7D}"/>
          </ac:spMkLst>
        </pc:spChg>
        <pc:spChg chg="add mod">
          <ac:chgData name="Dang Quang Vu 20223830" userId="a01dffc6-0dee-4929-a785-6788ac89e653" providerId="ADAL" clId="{021A0A61-4356-4562-ACE8-B2F4A4287C5B}" dt="2025-11-25T02:21:29.466" v="3705" actId="1076"/>
          <ac:spMkLst>
            <pc:docMk/>
            <pc:sldMk cId="1885307955" sldId="278"/>
            <ac:spMk id="6" creationId="{58D0D1EB-A0E7-0FAC-2725-D740B18972C3}"/>
          </ac:spMkLst>
        </pc:spChg>
        <pc:spChg chg="mod">
          <ac:chgData name="Dang Quang Vu 20223830" userId="a01dffc6-0dee-4929-a785-6788ac89e653" providerId="ADAL" clId="{021A0A61-4356-4562-ACE8-B2F4A4287C5B}" dt="2025-11-25T02:26:01.348" v="4045" actId="20577"/>
          <ac:spMkLst>
            <pc:docMk/>
            <pc:sldMk cId="1885307955" sldId="278"/>
            <ac:spMk id="10" creationId="{BED74516-B14F-2A76-7BF2-0DFC6926C755}"/>
          </ac:spMkLst>
        </pc:spChg>
        <pc:spChg chg="add mod">
          <ac:chgData name="Dang Quang Vu 20223830" userId="a01dffc6-0dee-4929-a785-6788ac89e653" providerId="ADAL" clId="{021A0A61-4356-4562-ACE8-B2F4A4287C5B}" dt="2025-11-25T02:26:28.679" v="4069" actId="1076"/>
          <ac:spMkLst>
            <pc:docMk/>
            <pc:sldMk cId="1885307955" sldId="278"/>
            <ac:spMk id="12" creationId="{E42C50D1-F6FD-D5C0-FD48-D64BF3342FAF}"/>
          </ac:spMkLst>
        </pc:spChg>
        <pc:spChg chg="add mod">
          <ac:chgData name="Dang Quang Vu 20223830" userId="a01dffc6-0dee-4929-a785-6788ac89e653" providerId="ADAL" clId="{021A0A61-4356-4562-ACE8-B2F4A4287C5B}" dt="2025-11-25T02:21:09.487" v="3699" actId="1076"/>
          <ac:spMkLst>
            <pc:docMk/>
            <pc:sldMk cId="1885307955" sldId="278"/>
            <ac:spMk id="13" creationId="{01226AC4-46F4-FDDD-BD4D-92BAF1BCC16C}"/>
          </ac:spMkLst>
        </pc:spChg>
        <pc:picChg chg="add mod">
          <ac:chgData name="Dang Quang Vu 20223830" userId="a01dffc6-0dee-4929-a785-6788ac89e653" providerId="ADAL" clId="{021A0A61-4356-4562-ACE8-B2F4A4287C5B}" dt="2025-11-25T02:21:21.217" v="3702" actId="1076"/>
          <ac:picMkLst>
            <pc:docMk/>
            <pc:sldMk cId="1885307955" sldId="278"/>
            <ac:picMk id="5" creationId="{00C8D9F3-B775-590F-B8C6-0F94F06B3D6B}"/>
          </ac:picMkLst>
        </pc:picChg>
        <pc:picChg chg="add mod">
          <ac:chgData name="Dang Quang Vu 20223830" userId="a01dffc6-0dee-4929-a785-6788ac89e653" providerId="ADAL" clId="{021A0A61-4356-4562-ACE8-B2F4A4287C5B}" dt="2025-11-25T02:26:26.623" v="4068" actId="1076"/>
          <ac:picMkLst>
            <pc:docMk/>
            <pc:sldMk cId="1885307955" sldId="278"/>
            <ac:picMk id="8" creationId="{8F52DE12-4B90-C7EF-B840-EBCB454A7184}"/>
          </ac:picMkLst>
        </pc:picChg>
        <pc:picChg chg="add mod">
          <ac:chgData name="Dang Quang Vu 20223830" userId="a01dffc6-0dee-4929-a785-6788ac89e653" providerId="ADAL" clId="{021A0A61-4356-4562-ACE8-B2F4A4287C5B}" dt="2025-11-25T02:21:11.416" v="3700" actId="1076"/>
          <ac:picMkLst>
            <pc:docMk/>
            <pc:sldMk cId="1885307955" sldId="278"/>
            <ac:picMk id="1026" creationId="{8BB8F9BA-9A37-9A4A-A396-EDCBCA8336B3}"/>
          </ac:picMkLst>
        </pc:picChg>
      </pc:sldChg>
      <pc:sldChg chg="addSp delSp modSp add del mod ord modShow">
        <pc:chgData name="Dang Quang Vu 20223830" userId="a01dffc6-0dee-4929-a785-6788ac89e653" providerId="ADAL" clId="{021A0A61-4356-4562-ACE8-B2F4A4287C5B}" dt="2025-12-13T06:35:14.962" v="15824" actId="47"/>
        <pc:sldMkLst>
          <pc:docMk/>
          <pc:sldMk cId="3443360926" sldId="280"/>
        </pc:sldMkLst>
      </pc:sldChg>
      <pc:sldChg chg="addSp delSp modSp add del mod ord modShow">
        <pc:chgData name="Dang Quang Vu 20223830" userId="a01dffc6-0dee-4929-a785-6788ac89e653" providerId="ADAL" clId="{021A0A61-4356-4562-ACE8-B2F4A4287C5B}" dt="2025-12-13T12:58:00.565" v="15847" actId="1076"/>
        <pc:sldMkLst>
          <pc:docMk/>
          <pc:sldMk cId="3914843468" sldId="286"/>
        </pc:sldMkLst>
        <pc:spChg chg="mod">
          <ac:chgData name="Dang Quang Vu 20223830" userId="a01dffc6-0dee-4929-a785-6788ac89e653" providerId="ADAL" clId="{021A0A61-4356-4562-ACE8-B2F4A4287C5B}" dt="2025-11-25T07:07:19.316" v="5013"/>
          <ac:spMkLst>
            <pc:docMk/>
            <pc:sldMk cId="3914843468" sldId="286"/>
            <ac:spMk id="2" creationId="{44039188-7AE6-19A5-E91F-BA204BFEE5F8}"/>
          </ac:spMkLst>
        </pc:spChg>
        <pc:spChg chg="add mod">
          <ac:chgData name="Dang Quang Vu 20223830" userId="a01dffc6-0dee-4929-a785-6788ac89e653" providerId="ADAL" clId="{021A0A61-4356-4562-ACE8-B2F4A4287C5B}" dt="2025-11-26T05:38:43.917" v="7071" actId="1076"/>
          <ac:spMkLst>
            <pc:docMk/>
            <pc:sldMk cId="3914843468" sldId="286"/>
            <ac:spMk id="7" creationId="{8D3B4DFB-AAE6-B33D-4D41-386A2543DF3E}"/>
          </ac:spMkLst>
        </pc:spChg>
        <pc:spChg chg="mod">
          <ac:chgData name="Dang Quang Vu 20223830" userId="a01dffc6-0dee-4929-a785-6788ac89e653" providerId="ADAL" clId="{021A0A61-4356-4562-ACE8-B2F4A4287C5B}" dt="2025-11-25T07:09:50.998" v="5059" actId="1035"/>
          <ac:spMkLst>
            <pc:docMk/>
            <pc:sldMk cId="3914843468" sldId="286"/>
            <ac:spMk id="10" creationId="{FA6D4A82-0F8C-0E75-00EB-46BABFA099FA}"/>
          </ac:spMkLst>
        </pc:spChg>
        <pc:picChg chg="add mod">
          <ac:chgData name="Dang Quang Vu 20223830" userId="a01dffc6-0dee-4929-a785-6788ac89e653" providerId="ADAL" clId="{021A0A61-4356-4562-ACE8-B2F4A4287C5B}" dt="2025-12-13T12:58:00.565" v="15847" actId="1076"/>
          <ac:picMkLst>
            <pc:docMk/>
            <pc:sldMk cId="3914843468" sldId="286"/>
            <ac:picMk id="5" creationId="{8720F8D4-DE6A-5DDD-7E5F-C1035FBBE7BB}"/>
          </ac:picMkLst>
        </pc:picChg>
        <pc:picChg chg="add del mod">
          <ac:chgData name="Dang Quang Vu 20223830" userId="a01dffc6-0dee-4929-a785-6788ac89e653" providerId="ADAL" clId="{021A0A61-4356-4562-ACE8-B2F4A4287C5B}" dt="2025-12-13T12:57:31.804" v="15842" actId="478"/>
          <ac:picMkLst>
            <pc:docMk/>
            <pc:sldMk cId="3914843468" sldId="286"/>
            <ac:picMk id="6" creationId="{B39969D8-0717-8DE8-94A0-57E77C1B0061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6T19:22:41.131" v="9092" actId="1076"/>
        <pc:sldMkLst>
          <pc:docMk/>
          <pc:sldMk cId="4089715039" sldId="288"/>
        </pc:sldMkLst>
        <pc:spChg chg="mod">
          <ac:chgData name="Dang Quang Vu 20223830" userId="a01dffc6-0dee-4929-a785-6788ac89e653" providerId="ADAL" clId="{021A0A61-4356-4562-ACE8-B2F4A4287C5B}" dt="2025-11-26T05:13:18.294" v="6827"/>
          <ac:spMkLst>
            <pc:docMk/>
            <pc:sldMk cId="4089715039" sldId="288"/>
            <ac:spMk id="2" creationId="{74599CB2-1755-B99F-1C81-330A03DD9A5C}"/>
          </ac:spMkLst>
        </pc:spChg>
        <pc:spChg chg="add mod">
          <ac:chgData name="Dang Quang Vu 20223830" userId="a01dffc6-0dee-4929-a785-6788ac89e653" providerId="ADAL" clId="{021A0A61-4356-4562-ACE8-B2F4A4287C5B}" dt="2025-11-26T09:17:46.088" v="7167" actId="20577"/>
          <ac:spMkLst>
            <pc:docMk/>
            <pc:sldMk cId="4089715039" sldId="288"/>
            <ac:spMk id="6" creationId="{31903E77-9763-FB72-D444-FC0D89A9645D}"/>
          </ac:spMkLst>
        </pc:spChg>
        <pc:spChg chg="add mod">
          <ac:chgData name="Dang Quang Vu 20223830" userId="a01dffc6-0dee-4929-a785-6788ac89e653" providerId="ADAL" clId="{021A0A61-4356-4562-ACE8-B2F4A4287C5B}" dt="2025-11-26T19:22:41.131" v="9092" actId="1076"/>
          <ac:spMkLst>
            <pc:docMk/>
            <pc:sldMk cId="4089715039" sldId="288"/>
            <ac:spMk id="9" creationId="{49C6B24D-9A43-BBAD-80E2-E6EAC924099C}"/>
          </ac:spMkLst>
        </pc:spChg>
        <pc:graphicFrameChg chg="mod modGraphic">
          <ac:chgData name="Dang Quang Vu 20223830" userId="a01dffc6-0dee-4929-a785-6788ac89e653" providerId="ADAL" clId="{021A0A61-4356-4562-ACE8-B2F4A4287C5B}" dt="2025-11-26T19:22:37.825" v="9091" actId="1076"/>
          <ac:graphicFrameMkLst>
            <pc:docMk/>
            <pc:sldMk cId="4089715039" sldId="288"/>
            <ac:graphicFrameMk id="7" creationId="{80336477-2161-3B0B-A13E-2873E6746FF6}"/>
          </ac:graphicFrameMkLst>
        </pc:graphicFrameChg>
      </pc:sldChg>
      <pc:sldChg chg="addSp delSp modSp add del mod ord modShow">
        <pc:chgData name="Dang Quang Vu 20223830" userId="a01dffc6-0dee-4929-a785-6788ac89e653" providerId="ADAL" clId="{021A0A61-4356-4562-ACE8-B2F4A4287C5B}" dt="2025-12-13T06:35:14.028" v="15823" actId="47"/>
        <pc:sldMkLst>
          <pc:docMk/>
          <pc:sldMk cId="106194699" sldId="292"/>
        </pc:sldMkLst>
      </pc:sldChg>
      <pc:sldChg chg="addSp delSp modSp add del mod ord modShow">
        <pc:chgData name="Dang Quang Vu 20223830" userId="a01dffc6-0dee-4929-a785-6788ac89e653" providerId="ADAL" clId="{021A0A61-4356-4562-ACE8-B2F4A4287C5B}" dt="2025-12-13T06:35:11.452" v="15821" actId="47"/>
        <pc:sldMkLst>
          <pc:docMk/>
          <pc:sldMk cId="3453100699" sldId="293"/>
        </pc:sldMkLst>
      </pc:sldChg>
      <pc:sldChg chg="addSp delSp modSp mod ord">
        <pc:chgData name="Dang Quang Vu 20223830" userId="a01dffc6-0dee-4929-a785-6788ac89e653" providerId="ADAL" clId="{021A0A61-4356-4562-ACE8-B2F4A4287C5B}" dt="2025-11-26T17:19:41.070" v="8466" actId="1076"/>
        <pc:sldMkLst>
          <pc:docMk/>
          <pc:sldMk cId="3943340080" sldId="294"/>
        </pc:sldMkLst>
        <pc:spChg chg="mod">
          <ac:chgData name="Dang Quang Vu 20223830" userId="a01dffc6-0dee-4929-a785-6788ac89e653" providerId="ADAL" clId="{021A0A61-4356-4562-ACE8-B2F4A4287C5B}" dt="2025-11-25T07:07:16.807" v="5012"/>
          <ac:spMkLst>
            <pc:docMk/>
            <pc:sldMk cId="3943340080" sldId="294"/>
            <ac:spMk id="3" creationId="{CC53F0CA-9860-EFC3-F80E-64EB5F930E20}"/>
          </ac:spMkLst>
        </pc:spChg>
        <pc:spChg chg="add del mod">
          <ac:chgData name="Dang Quang Vu 20223830" userId="a01dffc6-0dee-4929-a785-6788ac89e653" providerId="ADAL" clId="{021A0A61-4356-4562-ACE8-B2F4A4287C5B}" dt="2025-11-25T04:01:10.570" v="4867" actId="1035"/>
          <ac:spMkLst>
            <pc:docMk/>
            <pc:sldMk cId="3943340080" sldId="294"/>
            <ac:spMk id="6" creationId="{45E49497-E39C-78DE-C37A-71EC8A62DF2A}"/>
          </ac:spMkLst>
        </pc:spChg>
        <pc:spChg chg="add mod">
          <ac:chgData name="Dang Quang Vu 20223830" userId="a01dffc6-0dee-4929-a785-6788ac89e653" providerId="ADAL" clId="{021A0A61-4356-4562-ACE8-B2F4A4287C5B}" dt="2025-11-25T09:01:02.711" v="6064" actId="121"/>
          <ac:spMkLst>
            <pc:docMk/>
            <pc:sldMk cId="3943340080" sldId="294"/>
            <ac:spMk id="15" creationId="{6DB89414-40E3-A2D6-722A-8ED1DF18CB4F}"/>
          </ac:spMkLst>
        </pc:spChg>
        <pc:graphicFrameChg chg="mod modGraphic">
          <ac:chgData name="Dang Quang Vu 20223830" userId="a01dffc6-0dee-4929-a785-6788ac89e653" providerId="ADAL" clId="{021A0A61-4356-4562-ACE8-B2F4A4287C5B}" dt="2025-11-26T17:19:41.070" v="8466" actId="1076"/>
          <ac:graphicFrameMkLst>
            <pc:docMk/>
            <pc:sldMk cId="3943340080" sldId="294"/>
            <ac:graphicFrameMk id="7" creationId="{E24EFA7D-6E12-6D71-774B-021AD8EF2BFB}"/>
          </ac:graphicFrameMkLst>
        </pc:graphicFrameChg>
      </pc:sldChg>
      <pc:sldChg chg="del mod modShow">
        <pc:chgData name="Dang Quang Vu 20223830" userId="a01dffc6-0dee-4929-a785-6788ac89e653" providerId="ADAL" clId="{021A0A61-4356-4562-ACE8-B2F4A4287C5B}" dt="2025-12-13T06:35:18.730" v="15828" actId="47"/>
        <pc:sldMkLst>
          <pc:docMk/>
          <pc:sldMk cId="2886658405" sldId="295"/>
        </pc:sldMkLst>
      </pc:sldChg>
      <pc:sldChg chg="modSp del mod modShow">
        <pc:chgData name="Dang Quang Vu 20223830" userId="a01dffc6-0dee-4929-a785-6788ac89e653" providerId="ADAL" clId="{021A0A61-4356-4562-ACE8-B2F4A4287C5B}" dt="2025-12-13T06:35:17.814" v="15827" actId="47"/>
        <pc:sldMkLst>
          <pc:docMk/>
          <pc:sldMk cId="1218386873" sldId="296"/>
        </pc:sldMkLst>
      </pc:sldChg>
      <pc:sldChg chg="addSp delSp modSp add del mod modShow">
        <pc:chgData name="Dang Quang Vu 20223830" userId="a01dffc6-0dee-4929-a785-6788ac89e653" providerId="ADAL" clId="{021A0A61-4356-4562-ACE8-B2F4A4287C5B}" dt="2025-12-13T06:35:13.096" v="15822" actId="47"/>
        <pc:sldMkLst>
          <pc:docMk/>
          <pc:sldMk cId="2725467762" sldId="297"/>
        </pc:sldMkLst>
      </pc:sldChg>
      <pc:sldChg chg="del mod modShow">
        <pc:chgData name="Dang Quang Vu 20223830" userId="a01dffc6-0dee-4929-a785-6788ac89e653" providerId="ADAL" clId="{021A0A61-4356-4562-ACE8-B2F4A4287C5B}" dt="2025-12-13T06:35:16.889" v="15826" actId="47"/>
        <pc:sldMkLst>
          <pc:docMk/>
          <pc:sldMk cId="973588397" sldId="298"/>
        </pc:sldMkLst>
      </pc:sldChg>
      <pc:sldChg chg="addSp delSp modSp del mod modShow">
        <pc:chgData name="Dang Quang Vu 20223830" userId="a01dffc6-0dee-4929-a785-6788ac89e653" providerId="ADAL" clId="{021A0A61-4356-4562-ACE8-B2F4A4287C5B}" dt="2025-12-13T06:35:19.672" v="15829" actId="47"/>
        <pc:sldMkLst>
          <pc:docMk/>
          <pc:sldMk cId="3689001073" sldId="299"/>
        </pc:sldMkLst>
      </pc:sldChg>
      <pc:sldChg chg="del mod modShow">
        <pc:chgData name="Dang Quang Vu 20223830" userId="a01dffc6-0dee-4929-a785-6788ac89e653" providerId="ADAL" clId="{021A0A61-4356-4562-ACE8-B2F4A4287C5B}" dt="2025-12-13T06:35:15.888" v="15825" actId="47"/>
        <pc:sldMkLst>
          <pc:docMk/>
          <pc:sldMk cId="3551411002" sldId="300"/>
        </pc:sldMkLst>
      </pc:sldChg>
      <pc:sldChg chg="addSp delSp modSp add mod">
        <pc:chgData name="Dang Quang Vu 20223830" userId="a01dffc6-0dee-4929-a785-6788ac89e653" providerId="ADAL" clId="{021A0A61-4356-4562-ACE8-B2F4A4287C5B}" dt="2025-11-29T06:49:47.422" v="15817" actId="1076"/>
        <pc:sldMkLst>
          <pc:docMk/>
          <pc:sldMk cId="608964041" sldId="301"/>
        </pc:sldMkLst>
        <pc:spChg chg="mod">
          <ac:chgData name="Dang Quang Vu 20223830" userId="a01dffc6-0dee-4929-a785-6788ac89e653" providerId="ADAL" clId="{021A0A61-4356-4562-ACE8-B2F4A4287C5B}" dt="2025-11-25T02:22:08.691" v="3731"/>
          <ac:spMkLst>
            <pc:docMk/>
            <pc:sldMk cId="608964041" sldId="301"/>
            <ac:spMk id="2" creationId="{4369C50C-2A56-4777-C622-15EAB9696D28}"/>
          </ac:spMkLst>
        </pc:spChg>
        <pc:spChg chg="add mod">
          <ac:chgData name="Dang Quang Vu 20223830" userId="a01dffc6-0dee-4929-a785-6788ac89e653" providerId="ADAL" clId="{021A0A61-4356-4562-ACE8-B2F4A4287C5B}" dt="2025-11-25T02:35:48.917" v="4316" actId="14100"/>
          <ac:spMkLst>
            <pc:docMk/>
            <pc:sldMk cId="608964041" sldId="301"/>
            <ac:spMk id="8" creationId="{A739B314-F884-25C3-EFDF-D1BC1A14D951}"/>
          </ac:spMkLst>
        </pc:spChg>
        <pc:spChg chg="mod">
          <ac:chgData name="Dang Quang Vu 20223830" userId="a01dffc6-0dee-4929-a785-6788ac89e653" providerId="ADAL" clId="{021A0A61-4356-4562-ACE8-B2F4A4287C5B}" dt="2025-11-25T02:32:32.188" v="4082" actId="14100"/>
          <ac:spMkLst>
            <pc:docMk/>
            <pc:sldMk cId="608964041" sldId="301"/>
            <ac:spMk id="10" creationId="{80A02C4B-E920-8B36-A83A-3570E6125256}"/>
          </ac:spMkLst>
        </pc:spChg>
        <pc:spChg chg="mod">
          <ac:chgData name="Dang Quang Vu 20223830" userId="a01dffc6-0dee-4929-a785-6788ac89e653" providerId="ADAL" clId="{021A0A61-4356-4562-ACE8-B2F4A4287C5B}" dt="2025-11-29T06:49:42.247" v="15816" actId="1076"/>
          <ac:spMkLst>
            <pc:docMk/>
            <pc:sldMk cId="608964041" sldId="301"/>
            <ac:spMk id="12" creationId="{ED534BD5-09F1-4822-2232-E4ADCF6D29EA}"/>
          </ac:spMkLst>
        </pc:spChg>
        <pc:picChg chg="add mod">
          <ac:chgData name="Dang Quang Vu 20223830" userId="a01dffc6-0dee-4929-a785-6788ac89e653" providerId="ADAL" clId="{021A0A61-4356-4562-ACE8-B2F4A4287C5B}" dt="2025-11-29T06:49:47.422" v="15817" actId="1076"/>
          <ac:picMkLst>
            <pc:docMk/>
            <pc:sldMk cId="608964041" sldId="301"/>
            <ac:picMk id="7" creationId="{B645FDDA-B3DE-10C0-B7CD-FFDB67E97806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9T02:37:06.683" v="10830" actId="1076"/>
        <pc:sldMkLst>
          <pc:docMk/>
          <pc:sldMk cId="1192041009" sldId="302"/>
        </pc:sldMkLst>
        <pc:spChg chg="mod">
          <ac:chgData name="Dang Quang Vu 20223830" userId="a01dffc6-0dee-4929-a785-6788ac89e653" providerId="ADAL" clId="{021A0A61-4356-4562-ACE8-B2F4A4287C5B}" dt="2025-11-25T03:52:36.875" v="4578" actId="20577"/>
          <ac:spMkLst>
            <pc:docMk/>
            <pc:sldMk cId="1192041009" sldId="302"/>
            <ac:spMk id="2" creationId="{8EDDA56A-EBBF-7BE2-8FAB-0DB5E908B4B9}"/>
          </ac:spMkLst>
        </pc:spChg>
        <pc:spChg chg="mod">
          <ac:chgData name="Dang Quang Vu 20223830" userId="a01dffc6-0dee-4929-a785-6788ac89e653" providerId="ADAL" clId="{021A0A61-4356-4562-ACE8-B2F4A4287C5B}" dt="2025-11-25T04:01:14.401" v="4872" actId="1035"/>
          <ac:spMkLst>
            <pc:docMk/>
            <pc:sldMk cId="1192041009" sldId="302"/>
            <ac:spMk id="10" creationId="{C7064ED4-DE87-FC70-75B6-6510D3299EB5}"/>
          </ac:spMkLst>
        </pc:spChg>
        <pc:spChg chg="mod">
          <ac:chgData name="Dang Quang Vu 20223830" userId="a01dffc6-0dee-4929-a785-6788ac89e653" providerId="ADAL" clId="{021A0A61-4356-4562-ACE8-B2F4A4287C5B}" dt="2025-11-25T03:47:37.916" v="4522" actId="20577"/>
          <ac:spMkLst>
            <pc:docMk/>
            <pc:sldMk cId="1192041009" sldId="302"/>
            <ac:spMk id="15" creationId="{B72CD046-F201-CFFB-791E-60D00734D0FE}"/>
          </ac:spMkLst>
        </pc:spChg>
        <pc:picChg chg="add mod">
          <ac:chgData name="Dang Quang Vu 20223830" userId="a01dffc6-0dee-4929-a785-6788ac89e653" providerId="ADAL" clId="{021A0A61-4356-4562-ACE8-B2F4A4287C5B}" dt="2025-11-29T02:37:06.683" v="10830" actId="1076"/>
          <ac:picMkLst>
            <pc:docMk/>
            <pc:sldMk cId="1192041009" sldId="302"/>
            <ac:picMk id="7" creationId="{E10CF896-B738-64C9-1734-A5B784F9D9D4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9T04:27:41.760" v="14366" actId="14100"/>
        <pc:sldMkLst>
          <pc:docMk/>
          <pc:sldMk cId="2362551167" sldId="303"/>
        </pc:sldMkLst>
        <pc:spChg chg="mod">
          <ac:chgData name="Dang Quang Vu 20223830" userId="a01dffc6-0dee-4929-a785-6788ac89e653" providerId="ADAL" clId="{021A0A61-4356-4562-ACE8-B2F4A4287C5B}" dt="2025-11-25T09:02:16.393" v="6065"/>
          <ac:spMkLst>
            <pc:docMk/>
            <pc:sldMk cId="2362551167" sldId="303"/>
            <ac:spMk id="3" creationId="{8673FFBD-AF7F-BA94-E4C2-79F72BFC7EB2}"/>
          </ac:spMkLst>
        </pc:spChg>
        <pc:spChg chg="add mod">
          <ac:chgData name="Dang Quang Vu 20223830" userId="a01dffc6-0dee-4929-a785-6788ac89e653" providerId="ADAL" clId="{021A0A61-4356-4562-ACE8-B2F4A4287C5B}" dt="2025-11-26T03:45:53.671" v="6606" actId="1076"/>
          <ac:spMkLst>
            <pc:docMk/>
            <pc:sldMk cId="2362551167" sldId="303"/>
            <ac:spMk id="4" creationId="{21C16244-AF7C-285F-0D2D-634CB2AFD884}"/>
          </ac:spMkLst>
        </pc:spChg>
        <pc:spChg chg="mod">
          <ac:chgData name="Dang Quang Vu 20223830" userId="a01dffc6-0dee-4929-a785-6788ac89e653" providerId="ADAL" clId="{021A0A61-4356-4562-ACE8-B2F4A4287C5B}" dt="2025-11-25T12:02:15.271" v="6511" actId="20577"/>
          <ac:spMkLst>
            <pc:docMk/>
            <pc:sldMk cId="2362551167" sldId="303"/>
            <ac:spMk id="6" creationId="{8D2CB406-0D3A-D45D-330D-78F505E615FC}"/>
          </ac:spMkLst>
        </pc:spChg>
        <pc:spChg chg="mod">
          <ac:chgData name="Dang Quang Vu 20223830" userId="a01dffc6-0dee-4929-a785-6788ac89e653" providerId="ADAL" clId="{021A0A61-4356-4562-ACE8-B2F4A4287C5B}" dt="2025-11-29T04:27:41.760" v="14366" actId="14100"/>
          <ac:spMkLst>
            <pc:docMk/>
            <pc:sldMk cId="2362551167" sldId="303"/>
            <ac:spMk id="7" creationId="{81C2319B-CAE5-3540-A64B-07DBDD9CE904}"/>
          </ac:spMkLst>
        </pc:spChg>
        <pc:spChg chg="add mod">
          <ac:chgData name="Dang Quang Vu 20223830" userId="a01dffc6-0dee-4929-a785-6788ac89e653" providerId="ADAL" clId="{021A0A61-4356-4562-ACE8-B2F4A4287C5B}" dt="2025-11-26T03:46:04.223" v="6608" actId="1076"/>
          <ac:spMkLst>
            <pc:docMk/>
            <pc:sldMk cId="2362551167" sldId="303"/>
            <ac:spMk id="12" creationId="{633955CB-165F-DD9C-A08E-743745F69549}"/>
          </ac:spMkLst>
        </pc:spChg>
        <pc:graphicFrameChg chg="add mod">
          <ac:chgData name="Dang Quang Vu 20223830" userId="a01dffc6-0dee-4929-a785-6788ac89e653" providerId="ADAL" clId="{021A0A61-4356-4562-ACE8-B2F4A4287C5B}" dt="2025-11-26T03:45:34.406" v="6600" actId="1076"/>
          <ac:graphicFrameMkLst>
            <pc:docMk/>
            <pc:sldMk cId="2362551167" sldId="303"/>
            <ac:graphicFrameMk id="11" creationId="{6DFCB10B-9675-7549-4E56-2317A931F76C}"/>
          </ac:graphicFrameMkLst>
        </pc:graphicFrameChg>
        <pc:picChg chg="mod">
          <ac:chgData name="Dang Quang Vu 20223830" userId="a01dffc6-0dee-4929-a785-6788ac89e653" providerId="ADAL" clId="{021A0A61-4356-4562-ACE8-B2F4A4287C5B}" dt="2025-11-26T03:48:43.998" v="6652" actId="1076"/>
          <ac:picMkLst>
            <pc:docMk/>
            <pc:sldMk cId="2362551167" sldId="303"/>
            <ac:picMk id="5" creationId="{1615CABA-D284-230F-1A52-73FC78FF8FE3}"/>
          </ac:picMkLst>
        </pc:picChg>
        <pc:picChg chg="add mod">
          <ac:chgData name="Dang Quang Vu 20223830" userId="a01dffc6-0dee-4929-a785-6788ac89e653" providerId="ADAL" clId="{021A0A61-4356-4562-ACE8-B2F4A4287C5B}" dt="2025-11-26T03:45:47.560" v="6605" actId="1076"/>
          <ac:picMkLst>
            <pc:docMk/>
            <pc:sldMk cId="2362551167" sldId="303"/>
            <ac:picMk id="10" creationId="{838DA1BE-B02F-E118-349A-CF509175FC57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5T12:03:30.223" v="6583" actId="1076"/>
        <pc:sldMkLst>
          <pc:docMk/>
          <pc:sldMk cId="2077765904" sldId="304"/>
        </pc:sldMkLst>
        <pc:spChg chg="mod">
          <ac:chgData name="Dang Quang Vu 20223830" userId="a01dffc6-0dee-4929-a785-6788ac89e653" providerId="ADAL" clId="{021A0A61-4356-4562-ACE8-B2F4A4287C5B}" dt="2025-11-25T12:03:25.657" v="6582" actId="20577"/>
          <ac:spMkLst>
            <pc:docMk/>
            <pc:sldMk cId="2077765904" sldId="304"/>
            <ac:spMk id="4" creationId="{BD43D675-062A-6851-1213-404DE3EA1164}"/>
          </ac:spMkLst>
        </pc:spChg>
        <pc:spChg chg="mod">
          <ac:chgData name="Dang Quang Vu 20223830" userId="a01dffc6-0dee-4929-a785-6788ac89e653" providerId="ADAL" clId="{021A0A61-4356-4562-ACE8-B2F4A4287C5B}" dt="2025-11-25T12:02:29.851" v="6520" actId="20577"/>
          <ac:spMkLst>
            <pc:docMk/>
            <pc:sldMk cId="2077765904" sldId="304"/>
            <ac:spMk id="6" creationId="{0FED56CC-D18A-896E-A019-261ABA96D86E}"/>
          </ac:spMkLst>
        </pc:spChg>
        <pc:picChg chg="add mod">
          <ac:chgData name="Dang Quang Vu 20223830" userId="a01dffc6-0dee-4929-a785-6788ac89e653" providerId="ADAL" clId="{021A0A61-4356-4562-ACE8-B2F4A4287C5B}" dt="2025-11-25T12:03:30.223" v="6583" actId="1076"/>
          <ac:picMkLst>
            <pc:docMk/>
            <pc:sldMk cId="2077765904" sldId="304"/>
            <ac:picMk id="10" creationId="{6A23CC7D-07C2-D68B-E9C4-BDB0A96AB341}"/>
          </ac:picMkLst>
        </pc:picChg>
      </pc:sldChg>
      <pc:sldChg chg="addSp delSp modSp add mod ord">
        <pc:chgData name="Dang Quang Vu 20223830" userId="a01dffc6-0dee-4929-a785-6788ac89e653" providerId="ADAL" clId="{021A0A61-4356-4562-ACE8-B2F4A4287C5B}" dt="2025-11-29T05:57:03.499" v="15715" actId="14100"/>
        <pc:sldMkLst>
          <pc:docMk/>
          <pc:sldMk cId="3717961861" sldId="305"/>
        </pc:sldMkLst>
        <pc:spChg chg="mod">
          <ac:chgData name="Dang Quang Vu 20223830" userId="a01dffc6-0dee-4929-a785-6788ac89e653" providerId="ADAL" clId="{021A0A61-4356-4562-ACE8-B2F4A4287C5B}" dt="2025-11-26T04:58:52.607" v="6804" actId="1076"/>
          <ac:spMkLst>
            <pc:docMk/>
            <pc:sldMk cId="3717961861" sldId="305"/>
            <ac:spMk id="4" creationId="{0395C812-DC34-A213-4380-57871C64CABA}"/>
          </ac:spMkLst>
        </pc:spChg>
        <pc:spChg chg="mod">
          <ac:chgData name="Dang Quang Vu 20223830" userId="a01dffc6-0dee-4929-a785-6788ac89e653" providerId="ADAL" clId="{021A0A61-4356-4562-ACE8-B2F4A4287C5B}" dt="2025-11-26T04:58:45.567" v="6802" actId="5793"/>
          <ac:spMkLst>
            <pc:docMk/>
            <pc:sldMk cId="3717961861" sldId="305"/>
            <ac:spMk id="6" creationId="{6DCFC062-0B9A-CA67-7C43-A204AB861083}"/>
          </ac:spMkLst>
        </pc:spChg>
        <pc:picChg chg="add mod">
          <ac:chgData name="Dang Quang Vu 20223830" userId="a01dffc6-0dee-4929-a785-6788ac89e653" providerId="ADAL" clId="{021A0A61-4356-4562-ACE8-B2F4A4287C5B}" dt="2025-11-29T05:56:41.789" v="15711" actId="1076"/>
          <ac:picMkLst>
            <pc:docMk/>
            <pc:sldMk cId="3717961861" sldId="305"/>
            <ac:picMk id="7" creationId="{6CB637F5-C82A-2D83-29CD-D5BD43043D6D}"/>
          </ac:picMkLst>
        </pc:picChg>
        <pc:picChg chg="add mod">
          <ac:chgData name="Dang Quang Vu 20223830" userId="a01dffc6-0dee-4929-a785-6788ac89e653" providerId="ADAL" clId="{021A0A61-4356-4562-ACE8-B2F4A4287C5B}" dt="2025-11-29T05:57:03.499" v="15715" actId="14100"/>
          <ac:picMkLst>
            <pc:docMk/>
            <pc:sldMk cId="3717961861" sldId="305"/>
            <ac:picMk id="9" creationId="{BFF5A7D5-2ED5-7E1D-CD43-F6699638126D}"/>
          </ac:picMkLst>
        </pc:picChg>
      </pc:sldChg>
      <pc:sldChg chg="addSp delSp modSp add del mod">
        <pc:chgData name="Dang Quang Vu 20223830" userId="a01dffc6-0dee-4929-a785-6788ac89e653" providerId="ADAL" clId="{021A0A61-4356-4562-ACE8-B2F4A4287C5B}" dt="2025-11-27T01:21:45.901" v="9416" actId="1076"/>
        <pc:sldMkLst>
          <pc:docMk/>
          <pc:sldMk cId="379225382" sldId="306"/>
        </pc:sldMkLst>
        <pc:spChg chg="mod">
          <ac:chgData name="Dang Quang Vu 20223830" userId="a01dffc6-0dee-4929-a785-6788ac89e653" providerId="ADAL" clId="{021A0A61-4356-4562-ACE8-B2F4A4287C5B}" dt="2025-11-27T01:21:35.090" v="9411" actId="20577"/>
          <ac:spMkLst>
            <pc:docMk/>
            <pc:sldMk cId="379225382" sldId="306"/>
            <ac:spMk id="6" creationId="{44399349-CBB9-F3ED-9C8B-7DCE9AC7F839}"/>
          </ac:spMkLst>
        </pc:spChg>
        <pc:spChg chg="add mod">
          <ac:chgData name="Dang Quang Vu 20223830" userId="a01dffc6-0dee-4929-a785-6788ac89e653" providerId="ADAL" clId="{021A0A61-4356-4562-ACE8-B2F4A4287C5B}" dt="2025-11-27T01:21:45.901" v="9416" actId="1076"/>
          <ac:spMkLst>
            <pc:docMk/>
            <pc:sldMk cId="379225382" sldId="306"/>
            <ac:spMk id="8" creationId="{9290748D-BBFC-4803-13DD-E0D5D6EB94C6}"/>
          </ac:spMkLst>
        </pc:spChg>
        <pc:picChg chg="add mod">
          <ac:chgData name="Dang Quang Vu 20223830" userId="a01dffc6-0dee-4929-a785-6788ac89e653" providerId="ADAL" clId="{021A0A61-4356-4562-ACE8-B2F4A4287C5B}" dt="2025-11-27T01:21:42.814" v="9415" actId="1076"/>
          <ac:picMkLst>
            <pc:docMk/>
            <pc:sldMk cId="379225382" sldId="306"/>
            <ac:picMk id="10" creationId="{3FAF4F98-DB63-A164-5D7E-E44181672613}"/>
          </ac:picMkLst>
        </pc:picChg>
      </pc:sldChg>
      <pc:sldChg chg="addSp delSp modSp add mod ord">
        <pc:chgData name="Dang Quang Vu 20223830" userId="a01dffc6-0dee-4929-a785-6788ac89e653" providerId="ADAL" clId="{021A0A61-4356-4562-ACE8-B2F4A4287C5B}" dt="2025-11-29T06:27:16.691" v="15793" actId="1076"/>
        <pc:sldMkLst>
          <pc:docMk/>
          <pc:sldMk cId="734795553" sldId="307"/>
        </pc:sldMkLst>
        <pc:spChg chg="mod">
          <ac:chgData name="Dang Quang Vu 20223830" userId="a01dffc6-0dee-4929-a785-6788ac89e653" providerId="ADAL" clId="{021A0A61-4356-4562-ACE8-B2F4A4287C5B}" dt="2025-11-26T09:13:41.547" v="7151" actId="20577"/>
          <ac:spMkLst>
            <pc:docMk/>
            <pc:sldMk cId="734795553" sldId="307"/>
            <ac:spMk id="4" creationId="{05F2196A-1404-A995-20B8-4C07EF3778E2}"/>
          </ac:spMkLst>
        </pc:spChg>
        <pc:spChg chg="mod">
          <ac:chgData name="Dang Quang Vu 20223830" userId="a01dffc6-0dee-4929-a785-6788ac89e653" providerId="ADAL" clId="{021A0A61-4356-4562-ACE8-B2F4A4287C5B}" dt="2025-11-26T05:19:36.662" v="7005" actId="20577"/>
          <ac:spMkLst>
            <pc:docMk/>
            <pc:sldMk cId="734795553" sldId="307"/>
            <ac:spMk id="6" creationId="{1F3091A0-25A9-9B28-5222-7C9DCE02C903}"/>
          </ac:spMkLst>
        </pc:spChg>
        <pc:picChg chg="add mod">
          <ac:chgData name="Dang Quang Vu 20223830" userId="a01dffc6-0dee-4929-a785-6788ac89e653" providerId="ADAL" clId="{021A0A61-4356-4562-ACE8-B2F4A4287C5B}" dt="2025-11-29T05:34:43.414" v="15641" actId="1076"/>
          <ac:picMkLst>
            <pc:docMk/>
            <pc:sldMk cId="734795553" sldId="307"/>
            <ac:picMk id="7" creationId="{1D2C99DD-9168-5FA7-BEF9-55138427C6B6}"/>
          </ac:picMkLst>
        </pc:picChg>
        <pc:picChg chg="add mod">
          <ac:chgData name="Dang Quang Vu 20223830" userId="a01dffc6-0dee-4929-a785-6788ac89e653" providerId="ADAL" clId="{021A0A61-4356-4562-ACE8-B2F4A4287C5B}" dt="2025-11-29T06:27:16.691" v="15793" actId="1076"/>
          <ac:picMkLst>
            <pc:docMk/>
            <pc:sldMk cId="734795553" sldId="307"/>
            <ac:picMk id="12" creationId="{6C12EA32-038C-AA94-3C46-A7A09A100820}"/>
          </ac:picMkLst>
        </pc:picChg>
      </pc:sldChg>
      <pc:sldChg chg="addSp modSp add mod ord">
        <pc:chgData name="Dang Quang Vu 20223830" userId="a01dffc6-0dee-4929-a785-6788ac89e653" providerId="ADAL" clId="{021A0A61-4356-4562-ACE8-B2F4A4287C5B}" dt="2025-11-29T05:35:23.974" v="15704" actId="20577"/>
        <pc:sldMkLst>
          <pc:docMk/>
          <pc:sldMk cId="2073876543" sldId="308"/>
        </pc:sldMkLst>
        <pc:spChg chg="add mod">
          <ac:chgData name="Dang Quang Vu 20223830" userId="a01dffc6-0dee-4929-a785-6788ac89e653" providerId="ADAL" clId="{021A0A61-4356-4562-ACE8-B2F4A4287C5B}" dt="2025-11-26T09:32:00.053" v="7602" actId="20577"/>
          <ac:spMkLst>
            <pc:docMk/>
            <pc:sldMk cId="2073876543" sldId="308"/>
            <ac:spMk id="3" creationId="{C4FF8920-8210-4ED1-DF80-1FF38B67164C}"/>
          </ac:spMkLst>
        </pc:spChg>
        <pc:spChg chg="mod">
          <ac:chgData name="Dang Quang Vu 20223830" userId="a01dffc6-0dee-4929-a785-6788ac89e653" providerId="ADAL" clId="{021A0A61-4356-4562-ACE8-B2F4A4287C5B}" dt="2025-11-26T09:21:17.728" v="7289" actId="20577"/>
          <ac:spMkLst>
            <pc:docMk/>
            <pc:sldMk cId="2073876543" sldId="308"/>
            <ac:spMk id="6" creationId="{AA94CC3B-8217-93C8-25E7-3EBFD6BC5380}"/>
          </ac:spMkLst>
        </pc:spChg>
        <pc:graphicFrameChg chg="mod modGraphic">
          <ac:chgData name="Dang Quang Vu 20223830" userId="a01dffc6-0dee-4929-a785-6788ac89e653" providerId="ADAL" clId="{021A0A61-4356-4562-ACE8-B2F4A4287C5B}" dt="2025-11-29T05:35:23.974" v="15704" actId="20577"/>
          <ac:graphicFrameMkLst>
            <pc:docMk/>
            <pc:sldMk cId="2073876543" sldId="308"/>
            <ac:graphicFrameMk id="7" creationId="{E2473FA6-3C2D-99B9-6A7E-2E72C65CCEAE}"/>
          </ac:graphicFrameMkLst>
        </pc:graphicFrameChg>
      </pc:sldChg>
      <pc:sldChg chg="addSp delSp modSp add mod ord">
        <pc:chgData name="Dang Quang Vu 20223830" userId="a01dffc6-0dee-4929-a785-6788ac89e653" providerId="ADAL" clId="{021A0A61-4356-4562-ACE8-B2F4A4287C5B}" dt="2025-11-27T15:16:55.895" v="9480"/>
        <pc:sldMkLst>
          <pc:docMk/>
          <pc:sldMk cId="2841090690" sldId="309"/>
        </pc:sldMkLst>
        <pc:spChg chg="mod">
          <ac:chgData name="Dang Quang Vu 20223830" userId="a01dffc6-0dee-4929-a785-6788ac89e653" providerId="ADAL" clId="{021A0A61-4356-4562-ACE8-B2F4A4287C5B}" dt="2025-11-26T10:17:42.203" v="7657" actId="20577"/>
          <ac:spMkLst>
            <pc:docMk/>
            <pc:sldMk cId="2841090690" sldId="309"/>
            <ac:spMk id="6" creationId="{19922A4B-27BA-EFC2-DA38-3812EAD5D8A1}"/>
          </ac:spMkLst>
        </pc:spChg>
        <pc:spChg chg="add mod">
          <ac:chgData name="Dang Quang Vu 20223830" userId="a01dffc6-0dee-4929-a785-6788ac89e653" providerId="ADAL" clId="{021A0A61-4356-4562-ACE8-B2F4A4287C5B}" dt="2025-11-27T05:02:37.594" v="9418" actId="1076"/>
          <ac:spMkLst>
            <pc:docMk/>
            <pc:sldMk cId="2841090690" sldId="309"/>
            <ac:spMk id="7" creationId="{F989252F-5E79-75B1-AB3B-39C7429DCD07}"/>
          </ac:spMkLst>
        </pc:spChg>
        <pc:picChg chg="add mod">
          <ac:chgData name="Dang Quang Vu 20223830" userId="a01dffc6-0dee-4929-a785-6788ac89e653" providerId="ADAL" clId="{021A0A61-4356-4562-ACE8-B2F4A4287C5B}" dt="2025-11-27T05:02:52.986" v="9425" actId="1076"/>
          <ac:picMkLst>
            <pc:docMk/>
            <pc:sldMk cId="2841090690" sldId="309"/>
            <ac:picMk id="9" creationId="{63540E45-CE2C-27B0-B84E-E477ED8EEA21}"/>
          </ac:picMkLst>
        </pc:picChg>
      </pc:sldChg>
      <pc:sldChg chg="addSp delSp modSp add mod">
        <pc:chgData name="Dang Quang Vu 20223830" userId="a01dffc6-0dee-4929-a785-6788ac89e653" providerId="ADAL" clId="{021A0A61-4356-4562-ACE8-B2F4A4287C5B}" dt="2025-11-29T07:12:44.349" v="15819" actId="1076"/>
        <pc:sldMkLst>
          <pc:docMk/>
          <pc:sldMk cId="2761236973" sldId="310"/>
        </pc:sldMkLst>
        <pc:spChg chg="mod">
          <ac:chgData name="Dang Quang Vu 20223830" userId="a01dffc6-0dee-4929-a785-6788ac89e653" providerId="ADAL" clId="{021A0A61-4356-4562-ACE8-B2F4A4287C5B}" dt="2025-11-27T18:07:04.739" v="9547" actId="20577"/>
          <ac:spMkLst>
            <pc:docMk/>
            <pc:sldMk cId="2761236973" sldId="310"/>
            <ac:spMk id="6" creationId="{0A884F4D-61B9-D213-A254-B25C4A12A107}"/>
          </ac:spMkLst>
        </pc:spChg>
        <pc:spChg chg="add mod">
          <ac:chgData name="Dang Quang Vu 20223830" userId="a01dffc6-0dee-4929-a785-6788ac89e653" providerId="ADAL" clId="{021A0A61-4356-4562-ACE8-B2F4A4287C5B}" dt="2025-11-27T18:08:11.175" v="9598" actId="1076"/>
          <ac:spMkLst>
            <pc:docMk/>
            <pc:sldMk cId="2761236973" sldId="310"/>
            <ac:spMk id="9" creationId="{0EEFE211-BED8-0C58-834E-048905218660}"/>
          </ac:spMkLst>
        </pc:spChg>
        <pc:picChg chg="add mod">
          <ac:chgData name="Dang Quang Vu 20223830" userId="a01dffc6-0dee-4929-a785-6788ac89e653" providerId="ADAL" clId="{021A0A61-4356-4562-ACE8-B2F4A4287C5B}" dt="2025-11-29T07:12:44.349" v="15819" actId="1076"/>
          <ac:picMkLst>
            <pc:docMk/>
            <pc:sldMk cId="2761236973" sldId="310"/>
            <ac:picMk id="11" creationId="{2681EC15-5671-9BE1-AAE8-C98860736267}"/>
          </ac:picMkLst>
        </pc:picChg>
      </pc:sldChg>
      <pc:sldChg chg="addSp modSp add mod">
        <pc:chgData name="Dang Quang Vu 20223830" userId="a01dffc6-0dee-4929-a785-6788ac89e653" providerId="ADAL" clId="{021A0A61-4356-4562-ACE8-B2F4A4287C5B}" dt="2025-11-27T05:49:54.249" v="9476" actId="1076"/>
        <pc:sldMkLst>
          <pc:docMk/>
          <pc:sldMk cId="574087677" sldId="311"/>
        </pc:sldMkLst>
        <pc:spChg chg="mod">
          <ac:chgData name="Dang Quang Vu 20223830" userId="a01dffc6-0dee-4929-a785-6788ac89e653" providerId="ADAL" clId="{021A0A61-4356-4562-ACE8-B2F4A4287C5B}" dt="2025-11-27T05:46:19.485" v="9426" actId="20577"/>
          <ac:spMkLst>
            <pc:docMk/>
            <pc:sldMk cId="574087677" sldId="311"/>
            <ac:spMk id="6" creationId="{27AC7E60-E462-83F3-CA1A-86CF519F210D}"/>
          </ac:spMkLst>
        </pc:spChg>
        <pc:spChg chg="add mod">
          <ac:chgData name="Dang Quang Vu 20223830" userId="a01dffc6-0dee-4929-a785-6788ac89e653" providerId="ADAL" clId="{021A0A61-4356-4562-ACE8-B2F4A4287C5B}" dt="2025-11-27T05:48:34.072" v="9472" actId="1076"/>
          <ac:spMkLst>
            <pc:docMk/>
            <pc:sldMk cId="574087677" sldId="311"/>
            <ac:spMk id="7" creationId="{3A5C0D1E-8E62-17B8-9230-62D8ED869CA6}"/>
          </ac:spMkLst>
        </pc:spChg>
        <pc:picChg chg="add mod">
          <ac:chgData name="Dang Quang Vu 20223830" userId="a01dffc6-0dee-4929-a785-6788ac89e653" providerId="ADAL" clId="{021A0A61-4356-4562-ACE8-B2F4A4287C5B}" dt="2025-11-27T05:49:54.249" v="9476" actId="1076"/>
          <ac:picMkLst>
            <pc:docMk/>
            <pc:sldMk cId="574087677" sldId="311"/>
            <ac:picMk id="5" creationId="{F94C357B-7D10-444A-B780-8A5E5B8C4C0D}"/>
          </ac:picMkLst>
        </pc:picChg>
      </pc:sldChg>
      <pc:sldChg chg="modSp add mod">
        <pc:chgData name="Dang Quang Vu 20223830" userId="a01dffc6-0dee-4929-a785-6788ac89e653" providerId="ADAL" clId="{021A0A61-4356-4562-ACE8-B2F4A4287C5B}" dt="2025-11-26T19:43:01.020" v="9385" actId="20577"/>
        <pc:sldMkLst>
          <pc:docMk/>
          <pc:sldMk cId="3876805356" sldId="312"/>
        </pc:sldMkLst>
        <pc:spChg chg="mod">
          <ac:chgData name="Dang Quang Vu 20223830" userId="a01dffc6-0dee-4929-a785-6788ac89e653" providerId="ADAL" clId="{021A0A61-4356-4562-ACE8-B2F4A4287C5B}" dt="2025-11-26T09:35:46.248" v="7626" actId="1076"/>
          <ac:spMkLst>
            <pc:docMk/>
            <pc:sldMk cId="3876805356" sldId="312"/>
            <ac:spMk id="3" creationId="{2BB5D718-94A5-329C-A3EB-7D7F266A2FA8}"/>
          </ac:spMkLst>
        </pc:spChg>
        <pc:graphicFrameChg chg="mod modGraphic">
          <ac:chgData name="Dang Quang Vu 20223830" userId="a01dffc6-0dee-4929-a785-6788ac89e653" providerId="ADAL" clId="{021A0A61-4356-4562-ACE8-B2F4A4287C5B}" dt="2025-11-26T19:43:01.020" v="9385" actId="20577"/>
          <ac:graphicFrameMkLst>
            <pc:docMk/>
            <pc:sldMk cId="3876805356" sldId="312"/>
            <ac:graphicFrameMk id="7" creationId="{FA9BA622-BA5E-E2C8-37DF-A7F3E940C5EC}"/>
          </ac:graphicFrameMkLst>
        </pc:graphicFrameChg>
      </pc:sldChg>
      <pc:sldChg chg="modSp del mod modShow">
        <pc:chgData name="Dang Quang Vu 20223830" userId="a01dffc6-0dee-4929-a785-6788ac89e653" providerId="ADAL" clId="{021A0A61-4356-4562-ACE8-B2F4A4287C5B}" dt="2025-12-13T06:35:25.222" v="15835" actId="47"/>
        <pc:sldMkLst>
          <pc:docMk/>
          <pc:sldMk cId="980727230" sldId="314"/>
        </pc:sldMkLst>
      </pc:sldChg>
      <pc:sldChg chg="delSp modSp del mod modShow">
        <pc:chgData name="Dang Quang Vu 20223830" userId="a01dffc6-0dee-4929-a785-6788ac89e653" providerId="ADAL" clId="{021A0A61-4356-4562-ACE8-B2F4A4287C5B}" dt="2025-12-13T06:35:32.071" v="15838" actId="47"/>
        <pc:sldMkLst>
          <pc:docMk/>
          <pc:sldMk cId="1852218984" sldId="315"/>
        </pc:sldMkLst>
      </pc:sldChg>
      <pc:sldChg chg="modSp del mod modShow">
        <pc:chgData name="Dang Quang Vu 20223830" userId="a01dffc6-0dee-4929-a785-6788ac89e653" providerId="ADAL" clId="{021A0A61-4356-4562-ACE8-B2F4A4287C5B}" dt="2025-12-13T06:35:24.281" v="15834" actId="47"/>
        <pc:sldMkLst>
          <pc:docMk/>
          <pc:sldMk cId="3266791056" sldId="316"/>
        </pc:sldMkLst>
      </pc:sldChg>
      <pc:sldChg chg="del mod modShow">
        <pc:chgData name="Dang Quang Vu 20223830" userId="a01dffc6-0dee-4929-a785-6788ac89e653" providerId="ADAL" clId="{021A0A61-4356-4562-ACE8-B2F4A4287C5B}" dt="2025-12-13T06:35:23.323" v="15833" actId="47"/>
        <pc:sldMkLst>
          <pc:docMk/>
          <pc:sldMk cId="814618239" sldId="317"/>
        </pc:sldMkLst>
      </pc:sldChg>
      <pc:sldChg chg="addSp delSp modSp add mod ord">
        <pc:chgData name="Dang Quang Vu 20223830" userId="a01dffc6-0dee-4929-a785-6788ac89e653" providerId="ADAL" clId="{021A0A61-4356-4562-ACE8-B2F4A4287C5B}" dt="2025-11-29T06:26:25.194" v="15790" actId="1076"/>
        <pc:sldMkLst>
          <pc:docMk/>
          <pc:sldMk cId="980400193" sldId="318"/>
        </pc:sldMkLst>
        <pc:spChg chg="mod">
          <ac:chgData name="Dang Quang Vu 20223830" userId="a01dffc6-0dee-4929-a785-6788ac89e653" providerId="ADAL" clId="{021A0A61-4356-4562-ACE8-B2F4A4287C5B}" dt="2025-11-27T16:20:22.336" v="9523" actId="20577"/>
          <ac:spMkLst>
            <pc:docMk/>
            <pc:sldMk cId="980400193" sldId="318"/>
            <ac:spMk id="6" creationId="{5C5B6087-864C-C1D0-CCBB-4CC156BA3528}"/>
          </ac:spMkLst>
        </pc:spChg>
        <pc:spChg chg="mod">
          <ac:chgData name="Dang Quang Vu 20223830" userId="a01dffc6-0dee-4929-a785-6788ac89e653" providerId="ADAL" clId="{021A0A61-4356-4562-ACE8-B2F4A4287C5B}" dt="2025-11-28T03:18:32.589" v="9612" actId="20577"/>
          <ac:spMkLst>
            <pc:docMk/>
            <pc:sldMk cId="980400193" sldId="318"/>
            <ac:spMk id="7" creationId="{4966B5CA-F7C0-CFBA-D19F-887EB710159A}"/>
          </ac:spMkLst>
        </pc:spChg>
        <pc:picChg chg="add mod">
          <ac:chgData name="Dang Quang Vu 20223830" userId="a01dffc6-0dee-4929-a785-6788ac89e653" providerId="ADAL" clId="{021A0A61-4356-4562-ACE8-B2F4A4287C5B}" dt="2025-11-29T06:26:25.194" v="15790" actId="1076"/>
          <ac:picMkLst>
            <pc:docMk/>
            <pc:sldMk cId="980400193" sldId="318"/>
            <ac:picMk id="10" creationId="{35911E02-5684-50EC-A96D-ABD9AB3F3DF7}"/>
          </ac:picMkLst>
        </pc:picChg>
      </pc:sldChg>
      <pc:sldChg chg="addSp delSp modSp add mod ord">
        <pc:chgData name="Dang Quang Vu 20223830" userId="a01dffc6-0dee-4929-a785-6788ac89e653" providerId="ADAL" clId="{021A0A61-4356-4562-ACE8-B2F4A4287C5B}" dt="2025-11-28T10:08:28.321" v="9959" actId="1076"/>
        <pc:sldMkLst>
          <pc:docMk/>
          <pc:sldMk cId="4050425344" sldId="319"/>
        </pc:sldMkLst>
        <pc:spChg chg="mod">
          <ac:chgData name="Dang Quang Vu 20223830" userId="a01dffc6-0dee-4929-a785-6788ac89e653" providerId="ADAL" clId="{021A0A61-4356-4562-ACE8-B2F4A4287C5B}" dt="2025-11-27T18:15:39.874" v="9599" actId="20577"/>
          <ac:spMkLst>
            <pc:docMk/>
            <pc:sldMk cId="4050425344" sldId="319"/>
            <ac:spMk id="6" creationId="{6C881110-50E8-182F-F513-FA7F93F7E945}"/>
          </ac:spMkLst>
        </pc:spChg>
        <pc:spChg chg="add mod">
          <ac:chgData name="Dang Quang Vu 20223830" userId="a01dffc6-0dee-4929-a785-6788ac89e653" providerId="ADAL" clId="{021A0A61-4356-4562-ACE8-B2F4A4287C5B}" dt="2025-11-28T03:18:24.481" v="9609" actId="20577"/>
          <ac:spMkLst>
            <pc:docMk/>
            <pc:sldMk cId="4050425344" sldId="319"/>
            <ac:spMk id="7" creationId="{DDA75293-E185-9CF7-BBD3-0223B520B1D2}"/>
          </ac:spMkLst>
        </pc:spChg>
        <pc:picChg chg="add mod">
          <ac:chgData name="Dang Quang Vu 20223830" userId="a01dffc6-0dee-4929-a785-6788ac89e653" providerId="ADAL" clId="{021A0A61-4356-4562-ACE8-B2F4A4287C5B}" dt="2025-11-28T10:08:28.321" v="9959" actId="1076"/>
          <ac:picMkLst>
            <pc:docMk/>
            <pc:sldMk cId="4050425344" sldId="319"/>
            <ac:picMk id="9" creationId="{4139E15E-D777-88E5-1255-65A775DB1A42}"/>
          </ac:picMkLst>
        </pc:picChg>
      </pc:sldChg>
      <pc:sldChg chg="addSp delSp modSp add del mod ord modShow">
        <pc:chgData name="Dang Quang Vu 20223830" userId="a01dffc6-0dee-4929-a785-6788ac89e653" providerId="ADAL" clId="{021A0A61-4356-4562-ACE8-B2F4A4287C5B}" dt="2025-12-13T06:35:09.894" v="15820" actId="47"/>
        <pc:sldMkLst>
          <pc:docMk/>
          <pc:sldMk cId="3806461753" sldId="320"/>
        </pc:sldMkLst>
      </pc:sldChg>
      <pc:sldChg chg="addSp delSp modSp add del mod modShow">
        <pc:chgData name="Dang Quang Vu 20223830" userId="a01dffc6-0dee-4929-a785-6788ac89e653" providerId="ADAL" clId="{021A0A61-4356-4562-ACE8-B2F4A4287C5B}" dt="2025-12-13T06:35:33.551" v="15839" actId="47"/>
        <pc:sldMkLst>
          <pc:docMk/>
          <pc:sldMk cId="56922434" sldId="321"/>
        </pc:sldMkLst>
      </pc:sldChg>
      <pc:sldChg chg="addSp delSp modSp add del mod modShow">
        <pc:chgData name="Dang Quang Vu 20223830" userId="a01dffc6-0dee-4929-a785-6788ac89e653" providerId="ADAL" clId="{021A0A61-4356-4562-ACE8-B2F4A4287C5B}" dt="2025-12-13T06:35:26.959" v="15837" actId="47"/>
        <pc:sldMkLst>
          <pc:docMk/>
          <pc:sldMk cId="3756477276" sldId="322"/>
        </pc:sldMkLst>
      </pc:sldChg>
      <pc:sldChg chg="addSp delSp modSp add del mod ord modShow">
        <pc:chgData name="Dang Quang Vu 20223830" userId="a01dffc6-0dee-4929-a785-6788ac89e653" providerId="ADAL" clId="{021A0A61-4356-4562-ACE8-B2F4A4287C5B}" dt="2025-12-13T06:35:35.481" v="15840" actId="47"/>
        <pc:sldMkLst>
          <pc:docMk/>
          <pc:sldMk cId="576895957" sldId="323"/>
        </pc:sldMkLst>
      </pc:sldChg>
      <pc:sldChg chg="del">
        <pc:chgData name="Dang Quang Vu 20223830" userId="a01dffc6-0dee-4929-a785-6788ac89e653" providerId="ADAL" clId="{021A0A61-4356-4562-ACE8-B2F4A4287C5B}" dt="2025-12-13T06:35:21.488" v="15831" actId="47"/>
        <pc:sldMkLst>
          <pc:docMk/>
          <pc:sldMk cId="4238831836" sldId="324"/>
        </pc:sldMkLst>
      </pc:sldChg>
      <pc:sldChg chg="addSp delSp modSp add mod">
        <pc:chgData name="Dang Quang Vu 20223830" userId="a01dffc6-0dee-4929-a785-6788ac89e653" providerId="ADAL" clId="{021A0A61-4356-4562-ACE8-B2F4A4287C5B}" dt="2025-11-29T06:09:32.046" v="15777" actId="20577"/>
        <pc:sldMkLst>
          <pc:docMk/>
          <pc:sldMk cId="2053418407" sldId="325"/>
        </pc:sldMkLst>
        <pc:spChg chg="mod">
          <ac:chgData name="Dang Quang Vu 20223830" userId="a01dffc6-0dee-4929-a785-6788ac89e653" providerId="ADAL" clId="{021A0A61-4356-4562-ACE8-B2F4A4287C5B}" dt="2025-11-29T06:09:32.046" v="15777" actId="20577"/>
          <ac:spMkLst>
            <pc:docMk/>
            <pc:sldMk cId="2053418407" sldId="325"/>
            <ac:spMk id="6" creationId="{8DDB25B6-62B4-8D28-1A47-FBD779E734DC}"/>
          </ac:spMkLst>
        </pc:spChg>
        <pc:graphicFrameChg chg="add mod modGraphic">
          <ac:chgData name="Dang Quang Vu 20223830" userId="a01dffc6-0dee-4929-a785-6788ac89e653" providerId="ADAL" clId="{021A0A61-4356-4562-ACE8-B2F4A4287C5B}" dt="2025-11-29T05:11:33.451" v="15314" actId="207"/>
          <ac:graphicFrameMkLst>
            <pc:docMk/>
            <pc:sldMk cId="2053418407" sldId="325"/>
            <ac:graphicFrameMk id="5" creationId="{08ADDA77-1E9C-097A-EEE4-4F69A9EC64E0}"/>
          </ac:graphicFrameMkLst>
        </pc:graphicFrameChg>
      </pc:sldChg>
      <pc:sldChg chg="modSp add mod">
        <pc:chgData name="Dang Quang Vu 20223830" userId="a01dffc6-0dee-4929-a785-6788ac89e653" providerId="ADAL" clId="{021A0A61-4356-4562-ACE8-B2F4A4287C5B}" dt="2025-11-29T06:09:41.746" v="15780" actId="20577"/>
        <pc:sldMkLst>
          <pc:docMk/>
          <pc:sldMk cId="3286884910" sldId="326"/>
        </pc:sldMkLst>
        <pc:spChg chg="mod">
          <ac:chgData name="Dang Quang Vu 20223830" userId="a01dffc6-0dee-4929-a785-6788ac89e653" providerId="ADAL" clId="{021A0A61-4356-4562-ACE8-B2F4A4287C5B}" dt="2025-11-29T06:09:41.746" v="15780" actId="20577"/>
          <ac:spMkLst>
            <pc:docMk/>
            <pc:sldMk cId="3286884910" sldId="326"/>
            <ac:spMk id="6" creationId="{2D13EE21-0A66-1AE0-1E5D-F2B94EC0320E}"/>
          </ac:spMkLst>
        </pc:spChg>
        <pc:graphicFrameChg chg="mod modGraphic">
          <ac:chgData name="Dang Quang Vu 20223830" userId="a01dffc6-0dee-4929-a785-6788ac89e653" providerId="ADAL" clId="{021A0A61-4356-4562-ACE8-B2F4A4287C5B}" dt="2025-11-29T06:02:31.987" v="15775" actId="2165"/>
          <ac:graphicFrameMkLst>
            <pc:docMk/>
            <pc:sldMk cId="3286884910" sldId="326"/>
            <ac:graphicFrameMk id="5" creationId="{91E2ACD3-349C-8987-9477-B9AFC95BDC76}"/>
          </ac:graphicFrameMkLst>
        </pc:graphicFrameChg>
      </pc:sldChg>
      <pc:sldChg chg="modSp add del mod ord modShow">
        <pc:chgData name="Dang Quang Vu 20223830" userId="a01dffc6-0dee-4929-a785-6788ac89e653" providerId="ADAL" clId="{021A0A61-4356-4562-ACE8-B2F4A4287C5B}" dt="2025-12-13T06:35:26.084" v="15836" actId="47"/>
        <pc:sldMkLst>
          <pc:docMk/>
          <pc:sldMk cId="3058351072" sldId="327"/>
        </pc:sldMkLst>
      </pc:sldChg>
      <pc:sldChg chg="modSp mod ord">
        <pc:chgData name="Dang Quang Vu 20223830" userId="a01dffc6-0dee-4929-a785-6788ac89e653" providerId="ADAL" clId="{021A0A61-4356-4562-ACE8-B2F4A4287C5B}" dt="2025-11-29T06:33:26.516" v="15808"/>
        <pc:sldMkLst>
          <pc:docMk/>
          <pc:sldMk cId="87313965" sldId="328"/>
        </pc:sldMkLst>
        <pc:spChg chg="mod">
          <ac:chgData name="Dang Quang Vu 20223830" userId="a01dffc6-0dee-4929-a785-6788ac89e653" providerId="ADAL" clId="{021A0A61-4356-4562-ACE8-B2F4A4287C5B}" dt="2025-11-29T06:33:26.516" v="15808"/>
          <ac:spMkLst>
            <pc:docMk/>
            <pc:sldMk cId="87313965" sldId="328"/>
            <ac:spMk id="6" creationId="{11407D44-329F-1986-6E92-B8E98CA44114}"/>
          </ac:spMkLst>
        </pc:spChg>
        <pc:graphicFrameChg chg="mod modGraphic">
          <ac:chgData name="Dang Quang Vu 20223830" userId="a01dffc6-0dee-4929-a785-6788ac89e653" providerId="ADAL" clId="{021A0A61-4356-4562-ACE8-B2F4A4287C5B}" dt="2025-11-29T05:33:00.414" v="15638" actId="20577"/>
          <ac:graphicFrameMkLst>
            <pc:docMk/>
            <pc:sldMk cId="87313965" sldId="328"/>
            <ac:graphicFrameMk id="5" creationId="{43486147-B4B1-2E18-5731-CF03FD35B58F}"/>
          </ac:graphicFrameMkLst>
        </pc:graphicFrame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7" creationId="{A4FA2A14-7248-6C81-6C26-B63B00EE7AA7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8" creationId="{61DDE6E4-E794-9E03-FC8B-504C0A8E965F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9" creationId="{8E08F86D-B55F-AB4F-74B0-C5EF7A00E98F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0" creationId="{C4E3F3FA-BE6D-2398-B575-65A1E053DA89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1" creationId="{424284FC-722A-C485-21BC-EA7D68905187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4" creationId="{B0977884-B755-0293-8151-039EE127C05A}"/>
          </ac:picMkLst>
        </pc:picChg>
        <pc:picChg chg="mod">
          <ac:chgData name="Dang Quang Vu 20223830" userId="a01dffc6-0dee-4929-a785-6788ac89e653" providerId="ADAL" clId="{021A0A61-4356-4562-ACE8-B2F4A4287C5B}" dt="2025-11-29T05:11:53.795" v="15320" actId="1076"/>
          <ac:picMkLst>
            <pc:docMk/>
            <pc:sldMk cId="87313965" sldId="328"/>
            <ac:picMk id="15" creationId="{8FB41EDD-5D4E-73F2-3D4D-E797B26B6138}"/>
          </ac:picMkLst>
        </pc:picChg>
        <pc:picChg chg="mod">
          <ac:chgData name="Dang Quang Vu 20223830" userId="a01dffc6-0dee-4929-a785-6788ac89e653" providerId="ADAL" clId="{021A0A61-4356-4562-ACE8-B2F4A4287C5B}" dt="2025-11-29T06:31:50.991" v="15798" actId="1076"/>
          <ac:picMkLst>
            <pc:docMk/>
            <pc:sldMk cId="87313965" sldId="328"/>
            <ac:picMk id="16" creationId="{3FB42AEF-9A56-6D1D-E800-CE98AD0BDE08}"/>
          </ac:picMkLst>
        </pc:picChg>
        <pc:picChg chg="mod">
          <ac:chgData name="Dang Quang Vu 20223830" userId="a01dffc6-0dee-4929-a785-6788ac89e653" providerId="ADAL" clId="{021A0A61-4356-4562-ACE8-B2F4A4287C5B}" dt="2025-11-29T06:31:53.033" v="15799" actId="1076"/>
          <ac:picMkLst>
            <pc:docMk/>
            <pc:sldMk cId="87313965" sldId="328"/>
            <ac:picMk id="17" creationId="{E4899DA8-3F67-F014-062B-7CEBFAE7386E}"/>
          </ac:picMkLst>
        </pc:picChg>
        <pc:picChg chg="mod">
          <ac:chgData name="Dang Quang Vu 20223830" userId="a01dffc6-0dee-4929-a785-6788ac89e653" providerId="ADAL" clId="{021A0A61-4356-4562-ACE8-B2F4A4287C5B}" dt="2025-11-29T06:31:54.797" v="15800" actId="1076"/>
          <ac:picMkLst>
            <pc:docMk/>
            <pc:sldMk cId="87313965" sldId="328"/>
            <ac:picMk id="18" creationId="{A9181E7B-C044-6906-E689-85FE29295439}"/>
          </ac:picMkLst>
        </pc:picChg>
        <pc:picChg chg="mod">
          <ac:chgData name="Dang Quang Vu 20223830" userId="a01dffc6-0dee-4929-a785-6788ac89e653" providerId="ADAL" clId="{021A0A61-4356-4562-ACE8-B2F4A4287C5B}" dt="2025-11-29T06:31:56.282" v="15801" actId="1076"/>
          <ac:picMkLst>
            <pc:docMk/>
            <pc:sldMk cId="87313965" sldId="328"/>
            <ac:picMk id="19" creationId="{39B92569-80B5-0E18-5547-CD879BEC49E1}"/>
          </ac:picMkLst>
        </pc:picChg>
        <pc:picChg chg="mod">
          <ac:chgData name="Dang Quang Vu 20223830" userId="a01dffc6-0dee-4929-a785-6788ac89e653" providerId="ADAL" clId="{021A0A61-4356-4562-ACE8-B2F4A4287C5B}" dt="2025-11-29T06:31:59.430" v="15802" actId="1076"/>
          <ac:picMkLst>
            <pc:docMk/>
            <pc:sldMk cId="87313965" sldId="328"/>
            <ac:picMk id="20" creationId="{52EB4368-40DF-8931-A653-8B3E915F41C5}"/>
          </ac:picMkLst>
        </pc:picChg>
        <pc:picChg chg="mod">
          <ac:chgData name="Dang Quang Vu 20223830" userId="a01dffc6-0dee-4929-a785-6788ac89e653" providerId="ADAL" clId="{021A0A61-4356-4562-ACE8-B2F4A4287C5B}" dt="2025-11-29T06:32:02.301" v="15803" actId="1076"/>
          <ac:picMkLst>
            <pc:docMk/>
            <pc:sldMk cId="87313965" sldId="328"/>
            <ac:picMk id="21" creationId="{88AB3CEC-7AEC-7535-56A2-C0BB1AAF2704}"/>
          </ac:picMkLst>
        </pc:picChg>
      </pc:sldChg>
      <pc:sldChg chg="addSp delSp modSp mod">
        <pc:chgData name="Dang Quang Vu 20223830" userId="a01dffc6-0dee-4929-a785-6788ac89e653" providerId="ADAL" clId="{021A0A61-4356-4562-ACE8-B2F4A4287C5B}" dt="2025-11-29T06:33:23.756" v="15807"/>
        <pc:sldMkLst>
          <pc:docMk/>
          <pc:sldMk cId="1301620312" sldId="330"/>
        </pc:sldMkLst>
        <pc:spChg chg="mod">
          <ac:chgData name="Dang Quang Vu 20223830" userId="a01dffc6-0dee-4929-a785-6788ac89e653" providerId="ADAL" clId="{021A0A61-4356-4562-ACE8-B2F4A4287C5B}" dt="2025-11-29T06:33:23.756" v="15807"/>
          <ac:spMkLst>
            <pc:docMk/>
            <pc:sldMk cId="1301620312" sldId="330"/>
            <ac:spMk id="6" creationId="{E452F51F-0659-A7C4-FE0A-976EB08C34A3}"/>
          </ac:spMkLst>
        </pc:spChg>
        <pc:graphicFrameChg chg="add mod modGraphic">
          <ac:chgData name="Dang Quang Vu 20223830" userId="a01dffc6-0dee-4929-a785-6788ac89e653" providerId="ADAL" clId="{021A0A61-4356-4562-ACE8-B2F4A4287C5B}" dt="2025-11-29T06:11:50.705" v="15781" actId="2165"/>
          <ac:graphicFrameMkLst>
            <pc:docMk/>
            <pc:sldMk cId="1301620312" sldId="330"/>
            <ac:graphicFrameMk id="3" creationId="{5482C74F-C09A-3714-E60E-B34A2DB2DC3F}"/>
          </ac:graphicFrameMkLst>
        </pc:graphicFrameChg>
      </pc:sldChg>
      <pc:sldChg chg="del">
        <pc:chgData name="Dang Quang Vu 20223830" userId="a01dffc6-0dee-4929-a785-6788ac89e653" providerId="ADAL" clId="{021A0A61-4356-4562-ACE8-B2F4A4287C5B}" dt="2025-12-13T06:35:22.434" v="15832" actId="47"/>
        <pc:sldMkLst>
          <pc:docMk/>
          <pc:sldMk cId="1616549020" sldId="331"/>
        </pc:sldMkLst>
      </pc:sldChg>
      <pc:sldChg chg="del mod modShow">
        <pc:chgData name="Dang Quang Vu 20223830" userId="a01dffc6-0dee-4929-a785-6788ac89e653" providerId="ADAL" clId="{021A0A61-4356-4562-ACE8-B2F4A4287C5B}" dt="2025-12-13T06:35:20.553" v="15830" actId="47"/>
        <pc:sldMkLst>
          <pc:docMk/>
          <pc:sldMk cId="3395433387" sldId="332"/>
        </pc:sldMkLst>
      </pc:sldChg>
    </pc:docChg>
  </pc:docChgLst>
  <pc:docChgLst>
    <pc:chgData name="Bui Thi Quynh 20224121" userId="94704f58-4fe7-4ecc-9522-5a6023d94db3" providerId="ADAL" clId="{AB94BB56-2B97-464E-B3FA-732269A59A86}"/>
    <pc:docChg chg="undo custSel addSld delSld modSld sldOrd modSection">
      <pc:chgData name="Bui Thi Quynh 20224121" userId="94704f58-4fe7-4ecc-9522-5a6023d94db3" providerId="ADAL" clId="{AB94BB56-2B97-464E-B3FA-732269A59A86}" dt="2025-11-29T06:43:21.548" v="2882" actId="1035"/>
      <pc:docMkLst>
        <pc:docMk/>
      </pc:docMkLst>
      <pc:sldChg chg="ord">
        <pc:chgData name="Bui Thi Quynh 20224121" userId="94704f58-4fe7-4ecc-9522-5a6023d94db3" providerId="ADAL" clId="{AB94BB56-2B97-464E-B3FA-732269A59A86}" dt="2025-11-22T08:21:51.450" v="154"/>
        <pc:sldMkLst>
          <pc:docMk/>
          <pc:sldMk cId="3914843468" sldId="286"/>
        </pc:sldMkLst>
      </pc:sldChg>
      <pc:sldChg chg="addSp delSp modSp mod">
        <pc:chgData name="Bui Thi Quynh 20224121" userId="94704f58-4fe7-4ecc-9522-5a6023d94db3" providerId="ADAL" clId="{AB94BB56-2B97-464E-B3FA-732269A59A86}" dt="2025-11-29T05:56:44.599" v="2829" actId="14100"/>
        <pc:sldMkLst>
          <pc:docMk/>
          <pc:sldMk cId="4089715039" sldId="288"/>
        </pc:sldMkLst>
        <pc:spChg chg="add mod">
          <ac:chgData name="Bui Thi Quynh 20224121" userId="94704f58-4fe7-4ecc-9522-5a6023d94db3" providerId="ADAL" clId="{AB94BB56-2B97-464E-B3FA-732269A59A86}" dt="2025-11-29T04:35:58.320" v="1469" actId="1076"/>
          <ac:spMkLst>
            <pc:docMk/>
            <pc:sldMk cId="4089715039" sldId="288"/>
            <ac:spMk id="5" creationId="{13B98933-2E83-04BC-57F3-71CA651F2EA6}"/>
          </ac:spMkLst>
        </pc:spChg>
        <pc:spChg chg="mod">
          <ac:chgData name="Bui Thi Quynh 20224121" userId="94704f58-4fe7-4ecc-9522-5a6023d94db3" providerId="ADAL" clId="{AB94BB56-2B97-464E-B3FA-732269A59A86}" dt="2025-11-29T04:35:46.961" v="1467" actId="1076"/>
          <ac:spMkLst>
            <pc:docMk/>
            <pc:sldMk cId="4089715039" sldId="288"/>
            <ac:spMk id="9" creationId="{49C6B24D-9A43-BBAD-80E2-E6EAC924099C}"/>
          </ac:spMkLst>
        </pc:spChg>
        <pc:graphicFrameChg chg="add mod modGraphic">
          <ac:chgData name="Bui Thi Quynh 20224121" userId="94704f58-4fe7-4ecc-9522-5a6023d94db3" providerId="ADAL" clId="{AB94BB56-2B97-464E-B3FA-732269A59A86}" dt="2025-11-29T04:35:40.951" v="1466" actId="1076"/>
          <ac:graphicFrameMkLst>
            <pc:docMk/>
            <pc:sldMk cId="4089715039" sldId="288"/>
            <ac:graphicFrameMk id="3" creationId="{C47CFE0C-25DC-6F86-27BE-9FF20488D276}"/>
          </ac:graphicFrameMkLst>
        </pc:graphicFrameChg>
        <pc:graphicFrameChg chg="mod modGraphic">
          <ac:chgData name="Bui Thi Quynh 20224121" userId="94704f58-4fe7-4ecc-9522-5a6023d94db3" providerId="ADAL" clId="{AB94BB56-2B97-464E-B3FA-732269A59A86}" dt="2025-11-29T05:56:44.599" v="2829" actId="14100"/>
          <ac:graphicFrameMkLst>
            <pc:docMk/>
            <pc:sldMk cId="4089715039" sldId="288"/>
            <ac:graphicFrameMk id="7" creationId="{80336477-2161-3B0B-A13E-2873E6746FF6}"/>
          </ac:graphicFrameMkLst>
        </pc:graphicFrameChg>
      </pc:sldChg>
      <pc:sldChg chg="addSp delSp modSp mod ord modNotesTx">
        <pc:chgData name="Bui Thi Quynh 20224121" userId="94704f58-4fe7-4ecc-9522-5a6023d94db3" providerId="ADAL" clId="{AB94BB56-2B97-464E-B3FA-732269A59A86}" dt="2025-11-26T16:38:52.565" v="387" actId="1076"/>
        <pc:sldMkLst>
          <pc:docMk/>
          <pc:sldMk cId="3943340080" sldId="294"/>
        </pc:sldMkLst>
        <pc:spChg chg="mod">
          <ac:chgData name="Bui Thi Quynh 20224121" userId="94704f58-4fe7-4ecc-9522-5a6023d94db3" providerId="ADAL" clId="{AB94BB56-2B97-464E-B3FA-732269A59A86}" dt="2025-11-22T04:48:31.875" v="66" actId="20577"/>
          <ac:spMkLst>
            <pc:docMk/>
            <pc:sldMk cId="3943340080" sldId="294"/>
            <ac:spMk id="3" creationId="{CC53F0CA-9860-EFC3-F80E-64EB5F930E20}"/>
          </ac:spMkLst>
        </pc:spChg>
        <pc:graphicFrameChg chg="mod modGraphic">
          <ac:chgData name="Bui Thi Quynh 20224121" userId="94704f58-4fe7-4ecc-9522-5a6023d94db3" providerId="ADAL" clId="{AB94BB56-2B97-464E-B3FA-732269A59A86}" dt="2025-11-26T16:38:52.565" v="387" actId="1076"/>
          <ac:graphicFrameMkLst>
            <pc:docMk/>
            <pc:sldMk cId="3943340080" sldId="294"/>
            <ac:graphicFrameMk id="7" creationId="{E24EFA7D-6E12-6D71-774B-021AD8EF2BFB}"/>
          </ac:graphicFrameMkLst>
        </pc:graphicFrameChg>
      </pc:sldChg>
      <pc:sldChg chg="addSp modSp mod">
        <pc:chgData name="Bui Thi Quynh 20224121" userId="94704f58-4fe7-4ecc-9522-5a6023d94db3" providerId="ADAL" clId="{AB94BB56-2B97-464E-B3FA-732269A59A86}" dt="2025-11-29T04:26:39.569" v="1356" actId="208"/>
        <pc:sldMkLst>
          <pc:docMk/>
          <pc:sldMk cId="1192041009" sldId="302"/>
        </pc:sldMkLst>
        <pc:spChg chg="add mod">
          <ac:chgData name="Bui Thi Quynh 20224121" userId="94704f58-4fe7-4ecc-9522-5a6023d94db3" providerId="ADAL" clId="{AB94BB56-2B97-464E-B3FA-732269A59A86}" dt="2025-11-29T04:25:42.696" v="1346" actId="208"/>
          <ac:spMkLst>
            <pc:docMk/>
            <pc:sldMk cId="1192041009" sldId="302"/>
            <ac:spMk id="3" creationId="{4CAAC568-7487-C3A0-B37B-B9AF75B53826}"/>
          </ac:spMkLst>
        </pc:spChg>
        <pc:spChg chg="add mod">
          <ac:chgData name="Bui Thi Quynh 20224121" userId="94704f58-4fe7-4ecc-9522-5a6023d94db3" providerId="ADAL" clId="{AB94BB56-2B97-464E-B3FA-732269A59A86}" dt="2025-11-29T04:26:04.977" v="1351" actId="208"/>
          <ac:spMkLst>
            <pc:docMk/>
            <pc:sldMk cId="1192041009" sldId="302"/>
            <ac:spMk id="5" creationId="{B328C0DD-A3B3-F074-0A0E-850ECBA3D4DC}"/>
          </ac:spMkLst>
        </pc:spChg>
        <pc:spChg chg="add mod">
          <ac:chgData name="Bui Thi Quynh 20224121" userId="94704f58-4fe7-4ecc-9522-5a6023d94db3" providerId="ADAL" clId="{AB94BB56-2B97-464E-B3FA-732269A59A86}" dt="2025-11-29T04:26:39.569" v="1356" actId="208"/>
          <ac:spMkLst>
            <pc:docMk/>
            <pc:sldMk cId="1192041009" sldId="302"/>
            <ac:spMk id="6" creationId="{15AFA1D7-0CC8-5D32-E8D0-5BE64EE35224}"/>
          </ac:spMkLst>
        </pc:spChg>
      </pc:sldChg>
      <pc:sldChg chg="addSp delSp modSp mod">
        <pc:chgData name="Bui Thi Quynh 20224121" userId="94704f58-4fe7-4ecc-9522-5a6023d94db3" providerId="ADAL" clId="{AB94BB56-2B97-464E-B3FA-732269A59A86}" dt="2025-11-29T04:30:31.934" v="1422" actId="14100"/>
        <pc:sldMkLst>
          <pc:docMk/>
          <pc:sldMk cId="2362551167" sldId="303"/>
        </pc:sldMkLst>
        <pc:spChg chg="mod">
          <ac:chgData name="Bui Thi Quynh 20224121" userId="94704f58-4fe7-4ecc-9522-5a6023d94db3" providerId="ADAL" clId="{AB94BB56-2B97-464E-B3FA-732269A59A86}" dt="2025-11-29T04:28:53.596" v="1400" actId="1076"/>
          <ac:spMkLst>
            <pc:docMk/>
            <pc:sldMk cId="2362551167" sldId="303"/>
            <ac:spMk id="4" creationId="{21C16244-AF7C-285F-0D2D-634CB2AFD884}"/>
          </ac:spMkLst>
        </pc:spChg>
        <pc:spChg chg="add mod">
          <ac:chgData name="Bui Thi Quynh 20224121" userId="94704f58-4fe7-4ecc-9522-5a6023d94db3" providerId="ADAL" clId="{AB94BB56-2B97-464E-B3FA-732269A59A86}" dt="2025-11-29T04:30:25.730" v="1420" actId="14100"/>
          <ac:spMkLst>
            <pc:docMk/>
            <pc:sldMk cId="2362551167" sldId="303"/>
            <ac:spMk id="7" creationId="{81C2319B-CAE5-3540-A64B-07DBDD9CE904}"/>
          </ac:spMkLst>
        </pc:spChg>
        <pc:spChg chg="add mod">
          <ac:chgData name="Bui Thi Quynh 20224121" userId="94704f58-4fe7-4ecc-9522-5a6023d94db3" providerId="ADAL" clId="{AB94BB56-2B97-464E-B3FA-732269A59A86}" dt="2025-11-29T04:29:08.972" v="1406" actId="1076"/>
          <ac:spMkLst>
            <pc:docMk/>
            <pc:sldMk cId="2362551167" sldId="303"/>
            <ac:spMk id="8" creationId="{003DC095-D62B-A30D-E51A-4BC65DDC4F9C}"/>
          </ac:spMkLst>
        </pc:spChg>
        <pc:spChg chg="mod">
          <ac:chgData name="Bui Thi Quynh 20224121" userId="94704f58-4fe7-4ecc-9522-5a6023d94db3" providerId="ADAL" clId="{AB94BB56-2B97-464E-B3FA-732269A59A86}" dt="2025-11-29T04:28:00.665" v="1377" actId="1076"/>
          <ac:spMkLst>
            <pc:docMk/>
            <pc:sldMk cId="2362551167" sldId="303"/>
            <ac:spMk id="12" creationId="{633955CB-165F-DD9C-A08E-743745F69549}"/>
          </ac:spMkLst>
        </pc:spChg>
        <pc:graphicFrameChg chg="mod modGraphic">
          <ac:chgData name="Bui Thi Quynh 20224121" userId="94704f58-4fe7-4ecc-9522-5a6023d94db3" providerId="ADAL" clId="{AB94BB56-2B97-464E-B3FA-732269A59A86}" dt="2025-11-29T04:28:48.523" v="1398" actId="1076"/>
          <ac:graphicFrameMkLst>
            <pc:docMk/>
            <pc:sldMk cId="2362551167" sldId="303"/>
            <ac:graphicFrameMk id="11" creationId="{6DFCB10B-9675-7549-4E56-2317A931F76C}"/>
          </ac:graphicFrameMkLst>
        </pc:graphicFrameChg>
        <pc:picChg chg="add del mod">
          <ac:chgData name="Bui Thi Quynh 20224121" userId="94704f58-4fe7-4ecc-9522-5a6023d94db3" providerId="ADAL" clId="{AB94BB56-2B97-464E-B3FA-732269A59A86}" dt="2025-11-29T04:28:49.882" v="1399" actId="1076"/>
          <ac:picMkLst>
            <pc:docMk/>
            <pc:sldMk cId="2362551167" sldId="303"/>
            <ac:picMk id="5" creationId="{1615CABA-D284-230F-1A52-73FC78FF8FE3}"/>
          </ac:picMkLst>
        </pc:picChg>
        <pc:picChg chg="mod">
          <ac:chgData name="Bui Thi Quynh 20224121" userId="94704f58-4fe7-4ecc-9522-5a6023d94db3" providerId="ADAL" clId="{AB94BB56-2B97-464E-B3FA-732269A59A86}" dt="2025-11-29T04:28:23.918" v="1389" actId="1076"/>
          <ac:picMkLst>
            <pc:docMk/>
            <pc:sldMk cId="2362551167" sldId="303"/>
            <ac:picMk id="10" creationId="{838DA1BE-B02F-E118-349A-CF509175FC57}"/>
          </ac:picMkLst>
        </pc:picChg>
        <pc:cxnChg chg="add mod">
          <ac:chgData name="Bui Thi Quynh 20224121" userId="94704f58-4fe7-4ecc-9522-5a6023d94db3" providerId="ADAL" clId="{AB94BB56-2B97-464E-B3FA-732269A59A86}" dt="2025-11-29T04:30:29.438" v="1421" actId="14100"/>
          <ac:cxnSpMkLst>
            <pc:docMk/>
            <pc:sldMk cId="2362551167" sldId="303"/>
            <ac:cxnSpMk id="13" creationId="{366867E9-AD55-1DFD-45F4-2AC58BB92078}"/>
          </ac:cxnSpMkLst>
        </pc:cxnChg>
        <pc:cxnChg chg="add mod">
          <ac:chgData name="Bui Thi Quynh 20224121" userId="94704f58-4fe7-4ecc-9522-5a6023d94db3" providerId="ADAL" clId="{AB94BB56-2B97-464E-B3FA-732269A59A86}" dt="2025-11-29T04:30:31.934" v="1422" actId="14100"/>
          <ac:cxnSpMkLst>
            <pc:docMk/>
            <pc:sldMk cId="2362551167" sldId="303"/>
            <ac:cxnSpMk id="15" creationId="{CE74E5F7-6EF6-5D5E-F90D-92A0839ED347}"/>
          </ac:cxnSpMkLst>
        </pc:cxnChg>
      </pc:sldChg>
      <pc:sldChg chg="modSp mod">
        <pc:chgData name="Bui Thi Quynh 20224121" userId="94704f58-4fe7-4ecc-9522-5a6023d94db3" providerId="ADAL" clId="{AB94BB56-2B97-464E-B3FA-732269A59A86}" dt="2025-11-29T04:24:40.782" v="1341" actId="20577"/>
        <pc:sldMkLst>
          <pc:docMk/>
          <pc:sldMk cId="3717961861" sldId="305"/>
        </pc:sldMkLst>
        <pc:spChg chg="mod">
          <ac:chgData name="Bui Thi Quynh 20224121" userId="94704f58-4fe7-4ecc-9522-5a6023d94db3" providerId="ADAL" clId="{AB94BB56-2B97-464E-B3FA-732269A59A86}" dt="2025-11-29T04:24:40.782" v="1341" actId="20577"/>
          <ac:spMkLst>
            <pc:docMk/>
            <pc:sldMk cId="3717961861" sldId="305"/>
            <ac:spMk id="6" creationId="{6DCFC062-0B9A-CA67-7C43-A204AB861083}"/>
          </ac:spMkLst>
        </pc:spChg>
      </pc:sldChg>
      <pc:sldChg chg="modSp mod">
        <pc:chgData name="Bui Thi Quynh 20224121" userId="94704f58-4fe7-4ecc-9522-5a6023d94db3" providerId="ADAL" clId="{AB94BB56-2B97-464E-B3FA-732269A59A86}" dt="2025-11-29T05:56:04.570" v="2826" actId="732"/>
        <pc:sldMkLst>
          <pc:docMk/>
          <pc:sldMk cId="379225382" sldId="306"/>
        </pc:sldMkLst>
        <pc:picChg chg="mod modCrop">
          <ac:chgData name="Bui Thi Quynh 20224121" userId="94704f58-4fe7-4ecc-9522-5a6023d94db3" providerId="ADAL" clId="{AB94BB56-2B97-464E-B3FA-732269A59A86}" dt="2025-11-29T05:56:04.570" v="2826" actId="732"/>
          <ac:picMkLst>
            <pc:docMk/>
            <pc:sldMk cId="379225382" sldId="306"/>
            <ac:picMk id="10" creationId="{3FAF4F98-DB63-A164-5D7E-E44181672613}"/>
          </ac:picMkLst>
        </pc:picChg>
      </pc:sldChg>
      <pc:sldChg chg="addSp delSp modSp mod">
        <pc:chgData name="Bui Thi Quynh 20224121" userId="94704f58-4fe7-4ecc-9522-5a6023d94db3" providerId="ADAL" clId="{AB94BB56-2B97-464E-B3FA-732269A59A86}" dt="2025-11-29T06:43:21.548" v="2882" actId="1035"/>
        <pc:sldMkLst>
          <pc:docMk/>
          <pc:sldMk cId="2841090690" sldId="309"/>
        </pc:sldMkLst>
        <pc:spChg chg="mod ord">
          <ac:chgData name="Bui Thi Quynh 20224121" userId="94704f58-4fe7-4ecc-9522-5a6023d94db3" providerId="ADAL" clId="{AB94BB56-2B97-464E-B3FA-732269A59A86}" dt="2025-11-29T06:43:21.548" v="2882" actId="1035"/>
          <ac:spMkLst>
            <pc:docMk/>
            <pc:sldMk cId="2841090690" sldId="309"/>
            <ac:spMk id="8" creationId="{8E832BE2-B680-87EA-2CE9-5DA636A3F20D}"/>
          </ac:spMkLst>
        </pc:spChg>
      </pc:sldChg>
      <pc:sldChg chg="addSp modSp mod">
        <pc:chgData name="Bui Thi Quynh 20224121" userId="94704f58-4fe7-4ecc-9522-5a6023d94db3" providerId="ADAL" clId="{AB94BB56-2B97-464E-B3FA-732269A59A86}" dt="2025-11-29T06:24:46.768" v="2837" actId="1076"/>
        <pc:sldMkLst>
          <pc:docMk/>
          <pc:sldMk cId="980400193" sldId="318"/>
        </pc:sldMkLst>
        <pc:spChg chg="mod">
          <ac:chgData name="Bui Thi Quynh 20224121" userId="94704f58-4fe7-4ecc-9522-5a6023d94db3" providerId="ADAL" clId="{AB94BB56-2B97-464E-B3FA-732269A59A86}" dt="2025-11-28T10:42:18.973" v="1233" actId="20577"/>
          <ac:spMkLst>
            <pc:docMk/>
            <pc:sldMk cId="980400193" sldId="318"/>
            <ac:spMk id="6" creationId="{5C5B6087-864C-C1D0-CCBB-4CC156BA3528}"/>
          </ac:spMkLst>
        </pc:spChg>
        <pc:inkChg chg="add">
          <ac:chgData name="Bui Thi Quynh 20224121" userId="94704f58-4fe7-4ecc-9522-5a6023d94db3" providerId="ADAL" clId="{AB94BB56-2B97-464E-B3FA-732269A59A86}" dt="2025-11-29T06:24:15.165" v="2831" actId="9405"/>
          <ac:inkMkLst>
            <pc:docMk/>
            <pc:sldMk cId="980400193" sldId="318"/>
            <ac:inkMk id="3" creationId="{1FF63ADF-6002-4E79-7A31-CF6C90B79558}"/>
          </ac:inkMkLst>
        </pc:inkChg>
      </pc:sldChg>
      <pc:sldChg chg="addSp modSp add mod ord">
        <pc:chgData name="Bui Thi Quynh 20224121" userId="94704f58-4fe7-4ecc-9522-5a6023d94db3" providerId="ADAL" clId="{AB94BB56-2B97-464E-B3FA-732269A59A86}" dt="2025-11-29T06:32:47.244" v="2853"/>
        <pc:sldMkLst>
          <pc:docMk/>
          <pc:sldMk cId="87313965" sldId="328"/>
        </pc:sldMkLst>
        <pc:graphicFrameChg chg="mod modGraphic">
          <ac:chgData name="Bui Thi Quynh 20224121" userId="94704f58-4fe7-4ecc-9522-5a6023d94db3" providerId="ADAL" clId="{AB94BB56-2B97-464E-B3FA-732269A59A86}" dt="2025-11-29T06:31:30.691" v="2848" actId="1076"/>
          <ac:graphicFrameMkLst>
            <pc:docMk/>
            <pc:sldMk cId="87313965" sldId="328"/>
            <ac:graphicFrameMk id="5" creationId="{43486147-B4B1-2E18-5731-CF03FD35B58F}"/>
          </ac:graphicFrameMkLst>
        </pc:graphicFrameChg>
        <pc:picChg chg="add mod">
          <ac:chgData name="Bui Thi Quynh 20224121" userId="94704f58-4fe7-4ecc-9522-5a6023d94db3" providerId="ADAL" clId="{AB94BB56-2B97-464E-B3FA-732269A59A86}" dt="2025-11-29T06:30:53.057" v="2838" actId="1076"/>
          <ac:picMkLst>
            <pc:docMk/>
            <pc:sldMk cId="87313965" sldId="328"/>
            <ac:picMk id="7" creationId="{A4FA2A14-7248-6C81-6C26-B63B00EE7AA7}"/>
          </ac:picMkLst>
        </pc:picChg>
        <pc:picChg chg="add mod">
          <ac:chgData name="Bui Thi Quynh 20224121" userId="94704f58-4fe7-4ecc-9522-5a6023d94db3" providerId="ADAL" clId="{AB94BB56-2B97-464E-B3FA-732269A59A86}" dt="2025-11-29T06:30:59.381" v="2839" actId="1076"/>
          <ac:picMkLst>
            <pc:docMk/>
            <pc:sldMk cId="87313965" sldId="328"/>
            <ac:picMk id="8" creationId="{61DDE6E4-E794-9E03-FC8B-504C0A8E965F}"/>
          </ac:picMkLst>
        </pc:picChg>
        <pc:picChg chg="add mod">
          <ac:chgData name="Bui Thi Quynh 20224121" userId="94704f58-4fe7-4ecc-9522-5a6023d94db3" providerId="ADAL" clId="{AB94BB56-2B97-464E-B3FA-732269A59A86}" dt="2025-11-29T06:31:05.501" v="2840" actId="1076"/>
          <ac:picMkLst>
            <pc:docMk/>
            <pc:sldMk cId="87313965" sldId="328"/>
            <ac:picMk id="9" creationId="{8E08F86D-B55F-AB4F-74B0-C5EF7A00E98F}"/>
          </ac:picMkLst>
        </pc:picChg>
        <pc:picChg chg="add mod">
          <ac:chgData name="Bui Thi Quynh 20224121" userId="94704f58-4fe7-4ecc-9522-5a6023d94db3" providerId="ADAL" clId="{AB94BB56-2B97-464E-B3FA-732269A59A86}" dt="2025-11-29T06:31:08.309" v="2841" actId="1076"/>
          <ac:picMkLst>
            <pc:docMk/>
            <pc:sldMk cId="87313965" sldId="328"/>
            <ac:picMk id="10" creationId="{C4E3F3FA-BE6D-2398-B575-65A1E053DA89}"/>
          </ac:picMkLst>
        </pc:picChg>
        <pc:picChg chg="add mod">
          <ac:chgData name="Bui Thi Quynh 20224121" userId="94704f58-4fe7-4ecc-9522-5a6023d94db3" providerId="ADAL" clId="{AB94BB56-2B97-464E-B3FA-732269A59A86}" dt="2025-11-29T06:31:11.689" v="2842" actId="1076"/>
          <ac:picMkLst>
            <pc:docMk/>
            <pc:sldMk cId="87313965" sldId="328"/>
            <ac:picMk id="11" creationId="{424284FC-722A-C485-21BC-EA7D68905187}"/>
          </ac:picMkLst>
        </pc:picChg>
        <pc:picChg chg="add mod">
          <ac:chgData name="Bui Thi Quynh 20224121" userId="94704f58-4fe7-4ecc-9522-5a6023d94db3" providerId="ADAL" clId="{AB94BB56-2B97-464E-B3FA-732269A59A86}" dt="2025-11-29T06:31:13.923" v="2843" actId="1076"/>
          <ac:picMkLst>
            <pc:docMk/>
            <pc:sldMk cId="87313965" sldId="328"/>
            <ac:picMk id="12" creationId="{2CF6074E-E7D7-F964-2502-C941293885DC}"/>
          </ac:picMkLst>
        </pc:picChg>
        <pc:picChg chg="add mod">
          <ac:chgData name="Bui Thi Quynh 20224121" userId="94704f58-4fe7-4ecc-9522-5a6023d94db3" providerId="ADAL" clId="{AB94BB56-2B97-464E-B3FA-732269A59A86}" dt="2025-11-29T06:31:16.599" v="2844" actId="1076"/>
          <ac:picMkLst>
            <pc:docMk/>
            <pc:sldMk cId="87313965" sldId="328"/>
            <ac:picMk id="13" creationId="{4AEB0335-9031-2556-A4DF-D9725EF62AA8}"/>
          </ac:picMkLst>
        </pc:picChg>
        <pc:picChg chg="add mod">
          <ac:chgData name="Bui Thi Quynh 20224121" userId="94704f58-4fe7-4ecc-9522-5a6023d94db3" providerId="ADAL" clId="{AB94BB56-2B97-464E-B3FA-732269A59A86}" dt="2025-11-29T06:31:19.372" v="2845" actId="1076"/>
          <ac:picMkLst>
            <pc:docMk/>
            <pc:sldMk cId="87313965" sldId="328"/>
            <ac:picMk id="14" creationId="{B0977884-B755-0293-8151-039EE127C05A}"/>
          </ac:picMkLst>
        </pc:picChg>
        <pc:picChg chg="add mod">
          <ac:chgData name="Bui Thi Quynh 20224121" userId="94704f58-4fe7-4ecc-9522-5a6023d94db3" providerId="ADAL" clId="{AB94BB56-2B97-464E-B3FA-732269A59A86}" dt="2025-11-29T06:31:27.229" v="2846" actId="1076"/>
          <ac:picMkLst>
            <pc:docMk/>
            <pc:sldMk cId="87313965" sldId="328"/>
            <ac:picMk id="15" creationId="{8FB41EDD-5D4E-73F2-3D4D-E797B26B6138}"/>
          </ac:picMkLst>
        </pc:picChg>
        <pc:picChg chg="add mod">
          <ac:chgData name="Bui Thi Quynh 20224121" userId="94704f58-4fe7-4ecc-9522-5a6023d94db3" providerId="ADAL" clId="{AB94BB56-2B97-464E-B3FA-732269A59A86}" dt="2025-11-29T04:55:14.767" v="1952" actId="1076"/>
          <ac:picMkLst>
            <pc:docMk/>
            <pc:sldMk cId="87313965" sldId="328"/>
            <ac:picMk id="16" creationId="{3FB42AEF-9A56-6D1D-E800-CE98AD0BDE08}"/>
          </ac:picMkLst>
        </pc:picChg>
        <pc:picChg chg="add mod">
          <ac:chgData name="Bui Thi Quynh 20224121" userId="94704f58-4fe7-4ecc-9522-5a6023d94db3" providerId="ADAL" clId="{AB94BB56-2B97-464E-B3FA-732269A59A86}" dt="2025-11-29T04:55:24.033" v="1954" actId="1076"/>
          <ac:picMkLst>
            <pc:docMk/>
            <pc:sldMk cId="87313965" sldId="328"/>
            <ac:picMk id="17" creationId="{E4899DA8-3F67-F014-062B-7CEBFAE7386E}"/>
          </ac:picMkLst>
        </pc:picChg>
        <pc:picChg chg="add mod">
          <ac:chgData name="Bui Thi Quynh 20224121" userId="94704f58-4fe7-4ecc-9522-5a6023d94db3" providerId="ADAL" clId="{AB94BB56-2B97-464E-B3FA-732269A59A86}" dt="2025-11-29T04:55:31.630" v="1956" actId="1076"/>
          <ac:picMkLst>
            <pc:docMk/>
            <pc:sldMk cId="87313965" sldId="328"/>
            <ac:picMk id="18" creationId="{A9181E7B-C044-6906-E689-85FE29295439}"/>
          </ac:picMkLst>
        </pc:picChg>
        <pc:picChg chg="add mod">
          <ac:chgData name="Bui Thi Quynh 20224121" userId="94704f58-4fe7-4ecc-9522-5a6023d94db3" providerId="ADAL" clId="{AB94BB56-2B97-464E-B3FA-732269A59A86}" dt="2025-11-29T04:55:36.285" v="1958" actId="1076"/>
          <ac:picMkLst>
            <pc:docMk/>
            <pc:sldMk cId="87313965" sldId="328"/>
            <ac:picMk id="19" creationId="{39B92569-80B5-0E18-5547-CD879BEC49E1}"/>
          </ac:picMkLst>
        </pc:picChg>
        <pc:picChg chg="add mod">
          <ac:chgData name="Bui Thi Quynh 20224121" userId="94704f58-4fe7-4ecc-9522-5a6023d94db3" providerId="ADAL" clId="{AB94BB56-2B97-464E-B3FA-732269A59A86}" dt="2025-11-29T04:55:40.891" v="1960" actId="1076"/>
          <ac:picMkLst>
            <pc:docMk/>
            <pc:sldMk cId="87313965" sldId="328"/>
            <ac:picMk id="20" creationId="{52EB4368-40DF-8931-A653-8B3E915F41C5}"/>
          </ac:picMkLst>
        </pc:picChg>
        <pc:picChg chg="add mod">
          <ac:chgData name="Bui Thi Quynh 20224121" userId="94704f58-4fe7-4ecc-9522-5a6023d94db3" providerId="ADAL" clId="{AB94BB56-2B97-464E-B3FA-732269A59A86}" dt="2025-11-29T06:32:11.542" v="2851" actId="1035"/>
          <ac:picMkLst>
            <pc:docMk/>
            <pc:sldMk cId="87313965" sldId="328"/>
            <ac:picMk id="21" creationId="{88AB3CEC-7AEC-7535-56A2-C0BB1AAF2704}"/>
          </ac:picMkLst>
        </pc:picChg>
      </pc:sldChg>
      <pc:sldChg chg="addSp delSp modSp add mod">
        <pc:chgData name="Bui Thi Quynh 20224121" userId="94704f58-4fe7-4ecc-9522-5a6023d94db3" providerId="ADAL" clId="{AB94BB56-2B97-464E-B3FA-732269A59A86}" dt="2025-11-29T06:12:13.770" v="2830" actId="1076"/>
        <pc:sldMkLst>
          <pc:docMk/>
          <pc:sldMk cId="1301620312" sldId="330"/>
        </pc:sldMkLst>
        <pc:graphicFrameChg chg="mod">
          <ac:chgData name="Bui Thi Quynh 20224121" userId="94704f58-4fe7-4ecc-9522-5a6023d94db3" providerId="ADAL" clId="{AB94BB56-2B97-464E-B3FA-732269A59A86}" dt="2025-11-29T06:12:13.770" v="2830" actId="1076"/>
          <ac:graphicFrameMkLst>
            <pc:docMk/>
            <pc:sldMk cId="1301620312" sldId="330"/>
            <ac:graphicFrameMk id="3" creationId="{5482C74F-C09A-3714-E60E-B34A2DB2DC3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12/13/2025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12/13/2025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6145D77B-39E9-E953-9CAB-6CFCE7CB4894}"/>
              </a:ext>
            </a:extLst>
          </p:cNvPr>
          <p:cNvSpPr txBox="1">
            <a:spLocks/>
          </p:cNvSpPr>
          <p:nvPr/>
        </p:nvSpPr>
        <p:spPr>
          <a:xfrm>
            <a:off x="392039" y="2907496"/>
            <a:ext cx="9339789" cy="11429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/>
              <a:t>Thiết kế UART - Testplan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6D1C08B-270C-3406-163A-96B294FFD74A}"/>
              </a:ext>
            </a:extLst>
          </p:cNvPr>
          <p:cNvSpPr txBox="1">
            <a:spLocks/>
          </p:cNvSpPr>
          <p:nvPr/>
        </p:nvSpPr>
        <p:spPr>
          <a:xfrm>
            <a:off x="392040" y="3950504"/>
            <a:ext cx="7654028" cy="17155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800" err="1"/>
              <a:t>Nhóm</a:t>
            </a:r>
            <a:r>
              <a:rPr lang="en-US" sz="2800"/>
              <a:t> 6:	</a:t>
            </a:r>
            <a:r>
              <a:rPr lang="en-US" sz="2800" b="0"/>
              <a:t>Vũ Văn Luật - 20223795</a:t>
            </a:r>
          </a:p>
          <a:p>
            <a:pPr>
              <a:lnSpc>
                <a:spcPct val="120000"/>
              </a:lnSpc>
            </a:pPr>
            <a:r>
              <a:rPr lang="en-US" sz="2800" b="0"/>
              <a:t>		Bùi Thị Quỳnh - 20224121</a:t>
            </a:r>
          </a:p>
          <a:p>
            <a:pPr>
              <a:lnSpc>
                <a:spcPct val="120000"/>
              </a:lnSpc>
            </a:pPr>
            <a:r>
              <a:rPr lang="en-US" sz="2800" b="0"/>
              <a:t>		Đặng Quang Vũ - 20223830</a:t>
            </a:r>
          </a:p>
          <a:p>
            <a:pPr>
              <a:lnSpc>
                <a:spcPct val="120000"/>
              </a:lnSpc>
            </a:pPr>
            <a:endParaRPr lang="en-US" sz="2800" b="0"/>
          </a:p>
          <a:p>
            <a:pPr>
              <a:lnSpc>
                <a:spcPct val="120000"/>
              </a:lnSpc>
            </a:pPr>
            <a:endParaRPr lang="en-US" sz="2800" b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FBCD10C-C91C-EBCB-4656-316FB3706AC2}"/>
              </a:ext>
            </a:extLst>
          </p:cNvPr>
          <p:cNvSpPr txBox="1">
            <a:spLocks/>
          </p:cNvSpPr>
          <p:nvPr/>
        </p:nvSpPr>
        <p:spPr>
          <a:xfrm>
            <a:off x="392040" y="1483964"/>
            <a:ext cx="7654028" cy="14235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400"/>
              <a:t>KIỂM CHỨNG VÀ KIỂM TRA VI MẠCH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24535-2C78-66FC-4F64-4C7768B9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01FE-EB72-AB88-5F1D-07A623AC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testplan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F9BC3-1E95-7C9E-136F-C27141D8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ADDA77-1E9C-097A-EEE4-4F69A9EC6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46492"/>
              </p:ext>
            </p:extLst>
          </p:nvPr>
        </p:nvGraphicFramePr>
        <p:xfrm>
          <a:off x="338736" y="1050899"/>
          <a:ext cx="11521033" cy="493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665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1429157194"/>
                    </a:ext>
                  </a:extLst>
                </a:gridCol>
                <a:gridCol w="2391917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6011419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</a:tblGrid>
              <a:tr h="2496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Kết quả mong đợi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49637">
                <a:tc rowSpan="15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tra từng khối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Baud_gen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từng baud rate riêng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Xung clk_tx chuyển sang chu kì mới sau mỗi 8 chu kì của clk_rx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biến đếm clock khi có rst_n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Biến đếm reset về 0 khi gặp rst_n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TX_UART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36673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bit, không bị chồng bit giữa hai bộ dữ liệu cạnh nhau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36673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bit, không bị chồng bit giữa hai bộ dữ liệu cạnh nhau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bit, không bị lỗi bit biên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đầy đủ và chính xác các bit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Tất cả thanh ghi/biến đếm reset về 0, không xuất hiện trạng thái lạ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0210"/>
                  </a:ext>
                </a:extLst>
              </a:tr>
              <a:tr h="416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300" i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ready, di_rdy, load_tx_datareg lâu/nhanh hơn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Các state vẫn hoạt động đúng, bit truyền bình thường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118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RX_UART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bit, không bị lỗi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808899"/>
                  </a:ext>
                </a:extLst>
              </a:tr>
              <a:tr h="416061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bit, không bị lỗi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9422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và chính xác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77239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bit, không bị lỗi bit biên,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909905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và chính xác các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32772"/>
                  </a:ext>
                </a:extLst>
              </a:tr>
              <a:tr h="249637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Tất cả thanh ghi/biến đếm reset về 0, không xuất hiện trạng thái lạ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5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41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F4C0-E384-42A6-D176-4091D24F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0639-0F59-60B6-2EC6-A25082A6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testplan (cont…)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90F4D-57D5-8440-2D2E-C24AF63A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486147-B4B1-2E18-5731-CF03FD35B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55488"/>
              </p:ext>
            </p:extLst>
          </p:nvPr>
        </p:nvGraphicFramePr>
        <p:xfrm>
          <a:off x="338736" y="1050956"/>
          <a:ext cx="11514527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279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1310167">
                  <a:extLst>
                    <a:ext uri="{9D8B030D-6E8A-4147-A177-3AD203B41FA5}">
                      <a16:colId xmlns:a16="http://schemas.microsoft.com/office/drawing/2014/main" val="1429157194"/>
                    </a:ext>
                  </a:extLst>
                </a:gridCol>
                <a:gridCol w="2713369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  <a:gridCol w="909037">
                  <a:extLst>
                    <a:ext uri="{9D8B030D-6E8A-4147-A177-3AD203B41FA5}">
                      <a16:colId xmlns:a16="http://schemas.microsoft.com/office/drawing/2014/main" val="2629576177"/>
                    </a:ext>
                  </a:extLst>
                </a:gridCol>
              </a:tblGrid>
              <a:tr h="21818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Subfeature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Đánh giá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18184">
                <a:tc rowSpan="15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tra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từng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</a:t>
                      </a:r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Baud_gen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từng baud rate riêng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sel_baud_rate = 001, 010, 011, 100, 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 biến đếm clock khi có rst_n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#10000000 then rst_n = 0 in #100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TX_UART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8’hA3; 8'hF0; 8'h00; 8'hDE; 8'hAD; 8'hBE; 8'hEF; 8'h11;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8’h55 -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8’hA3 - 8’hF0 - 8’h00 - 8’hDE - 8’hAD - 8’hBE - 8’hEF - 8’h11 - 8'h22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8’h80;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8’h40; 8’h20; 8’h10; 8’h08; 8’h04; 8’h02; 8’h01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đổi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chiều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rộng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dữ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liệu</a:t>
                      </a:r>
                      <a:endParaRPr lang="en-US" sz="12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dài bằng 8, 7, 6, 5 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trong bit dữ liệu thứ 1, 2, 3…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0210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300" i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Tín hiệu ready, di_rdy, load_tx_datareg lâu/nhanh hơn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Thời gian của ready, di_rdy, load_tx_datareg bằng ½, 2 lần chu kì của clk_tx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1185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200" i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Khối RX_UART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riêng biệt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01010101001; 01100001101; 00001111111; 00000000011; 00100110111;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808899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01010101001 – 01100001101 – 00001111111 – 00000000011 - 00100110111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9422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bộ dữ liệu ngẫu nhiên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77239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các bộ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01000000001;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90990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8, 7, 6, 5 bit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32772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trong bit dữ liệu thứ 1, 2, 3…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5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13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46E4-AC2A-515A-B672-A6088C7E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C491-EB2B-7C38-B72E-6AADFC10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testplan (cont…)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1FCD6-CCCA-3682-B7A5-B43BD579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E2ACD3-349C-8987-9477-B9AFC95BD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510291"/>
              </p:ext>
            </p:extLst>
          </p:nvPr>
        </p:nvGraphicFramePr>
        <p:xfrm>
          <a:off x="338736" y="1226574"/>
          <a:ext cx="11560975" cy="4186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96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3337068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6260911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</a:tblGrid>
              <a:tr h="277970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Kết quả mong đợi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77970">
                <a:tc rowSpan="10"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tra khối tổng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và chính xác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đầy đủ bit, không bị lỗi bit biên,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644274"/>
                  </a:ext>
                </a:extLst>
              </a:tr>
              <a:tr h="46815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và chính xác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468159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và chính xác bit, không bị chồng bit giữa hai bộ dữ liệu cạnh nhau,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đầy đủ bit, không bị lỗi bit biên,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371368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truyền/nhận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Tất cả thanh ghi/biến đếm reset về 0, không xuất hiện trạng thái lạ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7797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đầy đủ và chính xác các bit, không bị lấy mẫu sai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808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88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EA55-353A-23E4-629E-E8DD17D3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07A2-FD6B-375C-F32A-F4558523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testplan (cont…)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18821-A9F3-A0E5-C4A4-CF431F30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82C74F-C09A-3714-E60E-B34A2DB2D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210017"/>
              </p:ext>
            </p:extLst>
          </p:nvPr>
        </p:nvGraphicFramePr>
        <p:xfrm>
          <a:off x="338737" y="1448166"/>
          <a:ext cx="11514527" cy="371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947">
                  <a:extLst>
                    <a:ext uri="{9D8B030D-6E8A-4147-A177-3AD203B41FA5}">
                      <a16:colId xmlns:a16="http://schemas.microsoft.com/office/drawing/2014/main" val="498898000"/>
                    </a:ext>
                  </a:extLst>
                </a:gridCol>
                <a:gridCol w="3061746">
                  <a:extLst>
                    <a:ext uri="{9D8B030D-6E8A-4147-A177-3AD203B41FA5}">
                      <a16:colId xmlns:a16="http://schemas.microsoft.com/office/drawing/2014/main" val="2007994105"/>
                    </a:ext>
                  </a:extLst>
                </a:gridCol>
                <a:gridCol w="6190212">
                  <a:extLst>
                    <a:ext uri="{9D8B030D-6E8A-4147-A177-3AD203B41FA5}">
                      <a16:colId xmlns:a16="http://schemas.microsoft.com/office/drawing/2014/main" val="2570482093"/>
                    </a:ext>
                  </a:extLst>
                </a:gridCol>
                <a:gridCol w="929622">
                  <a:extLst>
                    <a:ext uri="{9D8B030D-6E8A-4147-A177-3AD203B41FA5}">
                      <a16:colId xmlns:a16="http://schemas.microsoft.com/office/drawing/2014/main" val="2629576177"/>
                    </a:ext>
                  </a:extLst>
                </a:gridCol>
              </a:tblGrid>
              <a:tr h="21818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Testcase cụ thể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Đánh giá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174063"/>
                  </a:ext>
                </a:extLst>
              </a:tr>
              <a:tr h="218184">
                <a:tc rowSpan="10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Kiểm </a:t>
                      </a:r>
                      <a:r>
                        <a:rPr lang="en-US" sz="120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tra</a:t>
                      </a: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khối tổng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8’hA3; 8'hF0; 8'h00; 8'hDE; 8'hAD; 8'hBE; 8'hEF; 8'h11;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51743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8’h55 -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8’hA3 - 8’hF0 - 8’h00 - 8’hDE - 8’hAD - 8’hBE - 8’hEF - 8’h11 - 8'h22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790350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8227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Truyền – nhận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8’h80;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8’h40; 8’h20; 8’h10; 8’h08; 8’h04; 8’h02; 8’h01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33681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từng bộ dữ liệu riêng lẻ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Bộ dữ liệu được tạo ngẫu nhiên bằng hàm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$urandom_range(0, 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22555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8’h80; </a:t>
                      </a:r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8’h40; 8’h20; 8’h10; 8’h08; 8’h04; 8’h02; 8’h01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18452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các bộ dữ liệu ngẫu nhiên liên tiếp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dài bằng 8, 7, 6,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86657"/>
                  </a:ext>
                </a:extLst>
              </a:tr>
              <a:tr h="218184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Nhận – truyền dữ liệu biên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trong bit dữ liệu thứ 1, 2, 3…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0210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Reset giữa quá trình truyền/nhận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Thời gian của ready, di_rdy, load_tx_datareg bằng ½, 2 lần chu kì của clk_tx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1185"/>
                  </a:ext>
                </a:extLst>
              </a:tr>
              <a:tr h="363640">
                <a:tc vMerge="1">
                  <a:txBody>
                    <a:bodyPr/>
                    <a:lstStyle/>
                    <a:p>
                      <a:pPr algn="ctr"/>
                      <a:endParaRPr lang="en-US" sz="1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Thay đổi chiều rộng dữ liệu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Độ dài bằng 8, 7, 6, 5 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Đạt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62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1338</Words>
  <Application>Microsoft Office PowerPoint</Application>
  <PresentationFormat>Widescreen</PresentationFormat>
  <Paragraphs>167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Lato</vt:lpstr>
      <vt:lpstr>Office Theme</vt:lpstr>
      <vt:lpstr>PowerPoint Presentation</vt:lpstr>
      <vt:lpstr>PowerPoint Presentation</vt:lpstr>
      <vt:lpstr>Bộ testplan</vt:lpstr>
      <vt:lpstr>Bộ testplan (cont…)</vt:lpstr>
      <vt:lpstr>Bộ testplan (cont…)</vt:lpstr>
      <vt:lpstr>Bộ testplan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Dang Quang Vu 20223830</cp:lastModifiedBy>
  <cp:revision>3</cp:revision>
  <dcterms:created xsi:type="dcterms:W3CDTF">2021-05-28T04:32:29Z</dcterms:created>
  <dcterms:modified xsi:type="dcterms:W3CDTF">2025-12-13T13:06:27Z</dcterms:modified>
</cp:coreProperties>
</file>